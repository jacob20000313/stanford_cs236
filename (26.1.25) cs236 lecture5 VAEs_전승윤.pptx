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5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80" d="100"/>
          <a:sy n="80" d="100"/>
        </p:scale>
        <p:origin x="114" y="16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5T07:38:30.2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705 2342 24575,'0'-4'0,"-1"0"0,0 1 0,1-1 0,-1 0 0,0 1 0,-1-1 0,1 1 0,-1-1 0,1 1 0,-1 0 0,0 0 0,0-1 0,-1 1 0,-4-4 0,-45-40 0,23 24 0,-64-55 0,68 54 0,-2 0 0,0 2 0,-43-27 0,59 41 0,0-1 0,1 0 0,-1-1 0,2-1 0,-1 1 0,-7-13 0,-16-18 0,20 25 0,2-1 0,0-1 0,1 0 0,0 0 0,2-1 0,0 0 0,1 0 0,-6-30 0,-14-36 0,17 54 0,2 0 0,-9-63 0,8 35 0,4 25 0,1-45 0,3 53 0,0 0 0,-2 0 0,-8-38 0,1 12 0,2 0 0,2-1 0,3 1 0,7-99 0,-1 29 0,-5 84 0,-13-74 0,8 72 0,-3-69 0,9 67 0,-1 14 0,3 0 0,4-42 0,-3 61 0,-1 1 0,2-1 0,-1 1 0,1-1 0,0 1 0,1 0 0,0 0 0,0 0 0,1 1 0,0 0 0,0 0 0,8-8 0,-6 8 0,1 1 0,0 0 0,0 0 0,0 1 0,1 0 0,0 1 0,0 0 0,0 0 0,19-5 0,8 1 0,49-6 0,-57 10 0,-6 1 0,0 0 0,1 2 0,-1 0 0,44 5 0,-56-2 0,0 0 0,-1 1 0,1 0 0,-1 0 0,0 1 0,0 0 0,0 1 0,0 0 0,-1 0 0,1 1 0,-1 0 0,-1 0 0,11 11 0,11 18 0,49 75 0,-49-66 0,37 44 0,-55-76 0,0 1 0,1-2 0,1 0 0,0 0 0,0-1 0,1-1 0,24 12 0,74 24 0,-46-21 0,-52-19 0,0 1 0,-1 1 0,1 0 0,-1 1 0,-1 0 0,23 19 0,-30-22 0,0 1 0,0 0 0,0 0 0,-1 1 0,1-1 0,-2 1 0,1 0 0,-1 0 0,0 0 0,0 0 0,-1 0 0,0 1 0,0 0 0,-1-1 0,1 10 0,1 49 0,-1-31 0,0-1 0,10 45 0,-7-51 0,-1 1 0,-1 47 0,-2-50 0,0 0 0,1 0 0,9 37 0,6-3 0,-8-31 0,-1 0 0,-1 1 0,-2 0 0,3 39 0,-6-38 0,-2 1 0,0 0 0,-2 0 0,-2-1 0,-1 1 0,-1-1 0,-16 48 0,15-64 0,4-6 0,0 0 0,-1 0 0,0-1 0,0 1 0,-1-1 0,0 0 0,0 0 0,-1-1 0,0 0 0,0 0 0,-14 11 0,6-5 0,0 0 0,1 0 0,1 1 0,0 1 0,1 0 0,0 1 0,1 0 0,-10 23 0,-18 26 0,33-57 0,0-1 0,-1 0 0,0-1 0,-1 0 0,1 1 0,-1-2 0,0 1 0,0-1 0,-1 0 0,0-1 0,0 0 0,-13 5 0,-8 1 0,1-2 0,-45 6 0,-25 8 0,92-20-227,0 0-1,1 1 1,-1-1-1,0 1 1,-9 6-1,-1 5-6598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5T07:38:35.1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24575,'0'6'0,"0"7"0,0 8 0,0 5 0,0 4 0,0 3 0,0 2 0,0-1 0,0 1 0,0 0 0,0-1 0,0 0 0,0 0 0,0 0 0,0-1 0,0-5-8191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5T07:38:39.4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273 539 24575,'-40'1'0,"21"1"0,1-2 0,0-1 0,-1 0 0,-19-4 0,33 4 0,1 0 0,-1-1 0,1 1 0,-1-1 0,1 0 0,0 0 0,0-1 0,0 1 0,0-1 0,0 0 0,0 0 0,1 0 0,-1 0 0,1-1 0,0 1 0,0-1 0,0 0 0,1 0 0,-1 0 0,-2-7 0,-4-14 0,1 0 0,1 0 0,2-1 0,0 0 0,2 0 0,1 0 0,1 0 0,1-1 0,5-39 0,-4 59 0,0 1 0,0-1 0,1 1 0,0-1 0,0 1 0,0-1 0,1 1 0,0 0 0,0 0 0,1 0 0,-1 1 0,1-1 0,1 1 0,6-7 0,-3 5 0,0 1 0,0 0 0,0 0 0,1 1 0,0 0 0,1 0 0,-1 1 0,17-5 0,0 3 0,-1 1 0,1 1 0,0 1 0,0 1 0,1 2 0,42 4 0,-65-4 0,0 1 0,0-1 0,0 1 0,-1 0 0,1 1 0,0-1 0,-1 1 0,1-1 0,-1 1 0,1 0 0,-1 1 0,0-1 0,0 1 0,0-1 0,0 1 0,4 4 0,-3-1 0,0 0 0,0 0 0,-1 0 0,0 1 0,0-1 0,0 1 0,-1 0 0,3 11 0,-3-4 0,0 0 0,0 1 0,-1-1 0,-1 1 0,-1-1 0,0 1 0,-1-1 0,-5 23 0,5-32 0,0 0 0,0 0 0,0 0 0,-1 0 0,1 0 0,-1-1 0,0 1 0,-1-1 0,1 1 0,-1-1 0,0 0 0,-7 5 0,-3 0 0,1 0 0,-30 13 0,32-17 0,-1 0 0,1 1 0,0 1 0,1 0 0,0 0 0,-17 16 0,11-6-1365,2-3-5461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5T07:38:48.6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1 125 24575,'-1'-5'0,"1"0"0,0 0 0,0-1 0,1 1 0,-1 0 0,1 0 0,0 0 0,1 1 0,-1-1 0,1 0 0,0 0 0,0 1 0,1-1 0,-1 1 0,1 0 0,0-1 0,0 1 0,0 0 0,1 1 0,-1-1 0,1 1 0,0 0 0,0-1 0,0 2 0,0-1 0,1 0 0,-1 1 0,7-3 0,-9 5 0,-1-1 0,1 1 0,-1-1 0,1 1 0,-1 0 0,1 0 0,0 0 0,-1 0 0,1 0 0,-1 0 0,1 0 0,0 0 0,-1 1 0,1-1 0,-1 0 0,1 1 0,-1-1 0,1 1 0,-1 0 0,0 0 0,1-1 0,-1 1 0,2 2 0,-1-1 0,0 1 0,0-1 0,0 1 0,0 0 0,0 0 0,-1 0 0,0 0 0,0 0 0,1 0 0,-2 0 0,2 3 0,1 12 0,-1-1 0,-1 0 0,-1 27 0,0-35 0,0 16 0,-2 0 0,-4 28 0,5-46 0,-1 0 0,0-1 0,0 1 0,0 0 0,-1-1 0,1 0 0,-2 0 0,1 0 0,-1 0 0,0 0 0,0 0 0,-8 7 0,12-13 0,0 0 0,-1 0 0,1 0 0,0 1 0,0-1 0,-1 0 0,1 0 0,0 0 0,-1 1 0,1-1 0,0 0 0,0 0 0,-1 1 0,1-1 0,0 0 0,0 0 0,0 1 0,0-1 0,-1 0 0,1 1 0,0-1 0,0 0 0,0 1 0,0-1 0,0 0 0,0 1 0,0-1 0,0 0 0,0 1 0,0-1 0,0 1 0,0-1 0,0 0 0,0 1 0,0-1 0,0 0 0,0 1 0,1-1 0,-1 0 0,0 1 0,0-1 0,0 0 0,0 0 0,1 1 0,-1-1 0,1 1 0,23 4 0,47-6 0,-55 0 0,124-2-1365,-110 3-5461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5T07:38:50.9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467 529 24575,'0'2'0,"0"-1"0,-1 0 0,1 1 0,-1-1 0,1 0 0,-1 0 0,0 0 0,0 1 0,1-1 0,-1 0 0,0 0 0,0 0 0,0 0 0,0 0 0,0 0 0,0 0 0,-1-1 0,1 1 0,0 0 0,0-1 0,0 1 0,-1-1 0,1 1 0,0-1 0,-1 1 0,1-1 0,-3 0 0,-47 8 0,36-6 0,-18 4 0,18-3 0,0-1 0,0 0 0,-1 0 0,-15-2 0,24-1 0,1 0 0,-1 0 0,0-1 0,1 0 0,-1 0 0,1 0 0,0-1 0,0 0 0,0 0 0,0-1 0,0 0 0,-7-5 0,4-1 0,0-1 0,0 0 0,1 0 0,0 0 0,1-1 0,0 0 0,1-1 0,0 1 0,1-1 0,-6-21 0,-9-19 0,11 32 0,0-1 0,1 0 0,1 0 0,1-1 0,1 1 0,1-1 0,-1-33 0,6 53 0,-1-1 0,1 0 0,0 0 0,0 1 0,0-1 0,0 1 0,1-1 0,-1 1 0,1-1 0,0 1 0,0 0 0,0 0 0,1 0 0,-1 0 0,1 0 0,0 1 0,-1-1 0,1 1 0,0 0 0,1 0 0,-1 0 0,6-3 0,8-3 0,1 1 0,-1 1 0,29-6 0,-10 2 0,-28 7 0,-1 1 0,1 0 0,0 0 0,-1 1 0,1 0 0,0 0 0,0 1 0,0 0 0,0 0 0,-1 1 0,1 0 0,13 4 0,-16-3 0,-1 0 0,0 0 0,0 1 0,0-1 0,-1 1 0,1 0 0,-1 0 0,1 0 0,-1 0 0,0 1 0,0-1 0,0 1 0,-1 0 0,1 0 0,-1 0 0,0 0 0,0 0 0,0 0 0,-1 1 0,0-1 0,0 1 0,0-1 0,1 6 0,12 70-455,-3 0 0,0 92 0,-12-143-6371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5T09:19:12.04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58 24575,'1'-3'0,"-1"0"0,1 1 0,-1-1 0,1 1 0,0-1 0,0 1 0,0-1 0,1 1 0,-1-1 0,0 1 0,1 0 0,0 0 0,-1 0 0,1 0 0,0 0 0,0 0 0,0 0 0,0 1 0,0-1 0,1 1 0,-1-1 0,0 1 0,1 0 0,-1 0 0,1 0 0,-1 0 0,1 0 0,0 1 0,-1-1 0,4 1 0,-4-1 0,0 1 0,0-1 0,1 1 0,-1 0 0,0 0 0,1 0 0,-1 0 0,0 0 0,1 0 0,-1 0 0,0 1 0,0-1 0,1 1 0,-1 0 0,0 0 0,0 0 0,0 0 0,0 0 0,0 0 0,0 0 0,0 1 0,0-1 0,0 1 0,-1 0 0,1-1 0,-1 1 0,1 0 0,-1 0 0,0 0 0,1 0 0,-1 0 0,0 0 0,0 0 0,0 3 0,0-1 0,0 0 0,0 0 0,-1 0 0,0 1 0,0-1 0,0 0 0,0 0 0,-1 0 0,0 0 0,1 0 0,-1 0 0,-1 0 0,1 0 0,-2 4 0,-2 0 0,-1-1 0,1 1 0,-1-1 0,-11 11 0,7-7 0,7-6 8,0 0-1,0-1 0,1 2 1,0-1-1,0 0 0,0 0 1,1 1-1,0-1 1,0 1-1,0-1 0,1 1 1,-1-1-1,1 1 0,1-1 1,0 9-1,0-5-303,-1 0-1,0 0 0,-1 0 1,-2 15-1,-1-13-6529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5T09:19:12.94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5T09:01:16.2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24575,'759'0'-1365,"-744"0"-5461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5T09:02:41.0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35 24575,'130'-9'0,"6"0"0,-64 1 0,-62 5 0,0 1 0,0 0 0,0 1 0,0 1 0,0-1 0,0 1 0,0 1 0,0 0 0,14 3 0,85 18 0,-83-18 0,29 1 0,1-2 0,76-5 0,-26-1 0,17 3-1365,-108 0-5461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5T09:21:27.2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303 800 24575,'-63'1'0,"-68"-2"0,126 0 0,0-1 0,1 1 0,-1 0 0,1-1 0,0 0 0,-1 0 0,1-1 0,0 1 0,0-1 0,0 0 0,1 0 0,-1 0 0,1 0 0,0-1 0,0 1 0,0-1 0,0 0 0,0 0 0,1 0 0,0 0 0,-1 0 0,2-1 0,-1 1 0,-2-9 0,-1-4 0,1 0 0,0 0 0,1-1 0,1 1 0,0-25 0,2-18 0,-1 13 0,1 0 0,13-82 0,-9 113 0,0 1 0,13-30 0,-8 24 0,3-13 0,-11 28 0,0 1 0,0-1 0,1 1 0,0 0 0,0 0 0,1 0 0,-1 0 0,1 1 0,0-1 0,0 1 0,1-1 0,-1 1 0,1 0 0,0 0 0,7-5 0,12-7 0,-6 4 0,1 0 0,0 1 0,1 1 0,31-13 0,-45 21 0,0 1 0,0-1 0,0 1 0,0 0 0,0 1 0,0-1 0,0 1 0,0 0 0,0 0 0,0 1 0,0-1 0,0 1 0,0 0 0,0 1 0,0-1 0,0 1 0,0 0 0,-1 0 0,1 0 0,-1 1 0,1 0 0,-1-1 0,0 2 0,6 5 0,-3-3 0,0-1 0,0 0 0,0 0 0,16 7 0,-18-11 0,-1 1 0,0 0 0,1 0 0,-1 0 0,0 1 0,0 0 0,0-1 0,-1 1 0,1 1 0,-1-1 0,0 0 0,0 1 0,0 0 0,0 0 0,0 0 0,-1 0 0,4 7 0,3 18 0,-2 0 0,0 0 0,-2 1 0,-1-1 0,-1 37 0,-5-31 0,-2 0 0,-2 0 0,-1-1 0,-2 1 0,-23 58 0,22-63 0,7-18 0,-1 0 0,0-1 0,-1 1 0,-1-1 0,1 0 0,-2 0 0,-13 18 0,-20 19-1365,34-39-5461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5T09:21:36.7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250 723 24575,'-10'1'0,"0"-1"0,0 0 0,-1-1 0,1 0 0,0-1 0,0 0 0,0-1 0,0 0 0,1 0 0,-1-1 0,1 0 0,0-1 0,0 0 0,0-1 0,1 1 0,0-2 0,0 1 0,0-1 0,1 0 0,-12-16 0,14 17 0,0 0 0,0-1 0,1 0 0,1 0 0,-1 0 0,1 0 0,0-1 0,0 1 0,-2-15 0,3 3 0,0-1 0,2-32 0,0 38 0,0-58 0,-1 42 0,1-1 0,1 0 0,11-59 0,-10 78 0,2 1 0,-1 0 0,1-1 0,1 2 0,8-15 0,-11 21 0,1 0 0,0-1 0,1 2 0,-1-1 0,1 0 0,0 1 0,0-1 0,0 1 0,0 0 0,0 1 0,1-1 0,0 1 0,-1-1 0,9-1 0,91-37 0,-91 38 0,0-1 0,0 2 0,1 0 0,-1 0 0,0 2 0,1-1 0,-1 2 0,17 1 0,-25-1 0,0 1 0,0-1 0,-1 1 0,1-1 0,0 1 0,-1 1 0,0-1 0,1 1 0,-1 0 0,0 0 0,0 0 0,0 0 0,-1 0 0,1 1 0,-1 0 0,0 0 0,0 0 0,0 0 0,-1 0 0,1 1 0,-1-1 0,0 1 0,0 0 0,2 9 0,4 11 0,-1 1 0,-1 0 0,-1 0 0,-1 0 0,-2 1 0,-1-1 0,0 1 0,-2 0 0,-6 34 0,0 3 0,7-51 0,-1-1 0,0 0 0,-1 0 0,0 0 0,-1 0 0,0 0 0,-6 13 0,2-15-105,1 1 0,-2-1 0,1 0 0,-2 0 0,1-1 0,-1-1 0,0 1 0,-1-1 0,0-1 0,0 0 0,-1 0 0,-13 6 0,13-9-6721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5T09:21:44.7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249 745 24575,'-50'1'0,"33"1"0,1-1 0,-1-1 0,0-1 0,0 0 0,0-1 0,1-1 0,-18-5 0,31 6 0,0 0 0,0 0 0,0-1 0,1 1 0,-1-1 0,1 1 0,-1-1 0,1 0 0,0 0 0,0 0 0,0 0 0,1 0 0,-1-1 0,1 1 0,0 0 0,0-1 0,0 1 0,0-1 0,0 1 0,0-5 0,-5-74 0,5 24 0,3-114 0,3 141 0,1 0 0,2 1 0,1 0 0,18-40 0,35-44 0,-60 111 0,-1 0 0,1 0 0,0 0 0,0 0 0,0 0 0,0 0 0,1 1 0,-1-1 0,1 1 0,-1-1 0,1 1 0,0 0 0,0 0 0,0 0 0,0 1 0,0-1 0,0 1 0,0-1 0,1 1 0,-1 0 0,1 1 0,-1-1 0,1 0 0,-1 1 0,1 0 0,-1 0 0,1 0 0,-1 0 0,1 0 0,-1 1 0,0 0 0,1-1 0,-1 1 0,1 1 0,5 2 0,8 3 0,1 1 0,-2 1 0,1 1 0,-1 1 0,16 13 0,-28-20 0,0 0 0,0 0 0,0 1 0,0-1 0,-1 1 0,0 0 0,0 0 0,0 0 0,-1 0 0,0 1 0,0-1 0,0 1 0,0-1 0,-1 1 0,0 0 0,1 6 0,-1 14 0,0 0 0,-4 37 0,1-9 0,4 63 0,-5 118 0,2-230-65,1 0 0,-2-1 0,1 0 0,0 1 0,-1-1 0,0 0 0,0 0 0,0 0 0,0 0 0,-1 0 0,0 0 0,1-1 0,-1 1 0,-1-1 0,1 0 0,0 0 0,-1 0 0,0 0 0,1 0 0,-9 3 0,1-2-6761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5T09:21:47.83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412 639 24575,'-86'17'0,"25"-14"0,-75-6 0,133 2 0,0 1 0,0-1 0,0 0 0,1 0 0,-1 0 0,0 0 0,1-1 0,-1 1 0,0-1 0,1 0 0,0 0 0,-1 0 0,1 0 0,0 0 0,0 0 0,0 0 0,0-1 0,1 1 0,-1-1 0,-2-4 0,-3-8 0,1 0 0,-9-28 0,1 3 0,6 15 0,1-1 0,1 0 0,1 0 0,1-1 0,1 1 0,2-1 0,1 0 0,5-51 0,-3 68 0,1 0 0,-1 0 0,2 0 0,-1 1 0,1-1 0,1 1 0,-1 0 0,2 0 0,-1 1 0,1-1 0,0 1 0,1 0 0,0 1 0,0 0 0,1 0 0,0 0 0,0 1 0,1 0 0,10-5 0,-9 5 0,1 0 0,1 0 0,-1 1 0,0 1 0,1 0 0,0 0 0,0 1 0,0 1 0,1 0 0,-1 1 0,0 0 0,1 1 0,-1 0 0,1 1 0,18 3 0,-26-2 0,0 0 0,0 1 0,-1-1 0,1 1 0,-1 0 0,0 0 0,0 0 0,0 1 0,0-1 0,-1 1 0,6 7 0,35 53 0,-34-48 0,-1 1 0,-1 0 0,0 1 0,-2 0 0,0 0 0,0 0 0,-2 1 0,0 0 0,-2 0 0,0 0 0,-1 0 0,-1 0 0,0 0 0,-4 23 0,1-33 0,0 1 0,0-2 0,-1 1 0,0 0 0,0-1 0,-1 1 0,0-1 0,-1-1 0,1 1 0,-1-1 0,-13 12 0,-20 29 0,24-28-1365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5T08:10:25.3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42 24575,'37'-13'0,"-4"-1"0,28 7 0,0 2 0,0 3 0,64 6 0,0-1 0,2348-3 0,-2448 1 0,-1 2 0,47 10 0,-45-7 0,1-1 0,33 2 0,467-6 0,-251-3 0,-250 3 0,-1 2 0,44 10 0,-42-7 0,1-2 0,30 2 0,648-4 0,-342-4 0,3948 2 0,-4279-2 0,1-1 0,37-9 0,-34 5 0,55-3 0,635 8 0,-351 5 0,1328-3 0,-1685-1-341,-1 0 0,0-1-1,27-8 1,-17 3-6485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5T08:10:27.5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6014 24575,'1'-1'0,"-1"0"0,1-1 0,0 1 0,-1 0 0,1-1 0,0 1 0,-1 0 0,1 0 0,0 0 0,0 0 0,0 0 0,0 0 0,0 0 0,0 0 0,1 0 0,-1 1 0,0-1 0,0 0 0,0 1 0,3-1 0,36-16 0,-19 9 0,3-3 0,-1 2 0,1 0 0,0 2 0,1 0 0,0 2 0,47-4 0,100-21 0,142-31 0,6 19 0,-268 36 0,1-2 0,-1-3 0,-1-2 0,62-24 0,44-14 0,-116 40 0,-1-1 0,0-2 0,-1-2 0,50-28 0,4-10 0,81-54 0,-32 20 0,-42 29 0,-20 12 0,-51 31 0,0-1 0,-1-1 0,27-24 0,-19 8 0,-2-1 0,-1-2 0,-2-1 0,-2-2 0,48-84 0,-53 82 0,71-140 0,-16 45 0,-43 52 0,-6 11 0,53-90 0,-65 129 0,-1-1 0,-2-1 0,11-39 0,17-45 0,69-178 0,-71 223 0,-31 60 0,-1 0 0,0-1 0,-1 1 0,5-19 0,-2 0 0,1 0 0,2 1 0,1 1 0,38-61 0,-44 78 0,-1 0 0,-1-1 0,0 0 0,8-34 0,-10 34 0,0 0 0,0 0 0,2 1 0,0 0 0,13-21 0,-8 14 0,-1 1 0,0-1 0,-2-1 0,-1 0 0,-1 0 0,4-30 0,6-14 0,-15 64 0,4-23 0,2 0 0,2 1 0,0 0 0,15-25 0,-9 17 0,-1 0 0,-2-1 0,14-56 0,-13 42 0,20-47 0,2 7 0,31-123 0,-57 181 0,2 0 0,29-54 0,-24 51 0,20-52 0,62-220 0,-66 179 0,-22 78 0,5-24 0,-10 39 0,2 1 0,1-1 0,25-59 0,-4 23 0,35-123 0,-13 35 0,-39 124 0,-2-1 0,-1 0 0,-1-1 0,-2 0 0,-2-1 0,1-51 0,-6 81 0,1 1 0,-1 0 0,0 0 0,-1 0 0,0 0 0,0 0 0,-2-7 0,3 12 0,0 1 0,0-1 0,-1 1 0,1-1 0,0 1 0,0-1 0,-1 1 0,1 0 0,0-1 0,-1 1 0,1 0 0,0-1 0,-1 1 0,1 0 0,-1-1 0,1 1 0,-1 0 0,1 0 0,-1-1 0,1 1 0,-1 0 0,1 0 0,-1 0 0,1 0 0,-1 0 0,1-1 0,-1 1 0,1 0 0,-1 0 0,-1 1 0,0 0 0,0 0 0,0-1 0,0 1 0,0 0 0,0 0 0,0 1 0,1-1 0,-1 0 0,0 1 0,-2 2 0,-249 253 0,216-219 0,-3 4-682,-60 83-1,86-103-6143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5T08:10:28.8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24575,'0'6'0,"0"7"0,6 2 0,1 3 0,6 6 0,1 3 0,-3 3 0,3-3 0,-1-1 0,-3 1 0,-3 1 0,4-3 0,-2-1 0,0 1 0,2-4 0,0 1 0,4 2 0,-1-3-8191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5T09:15:01.2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431 1042 24575,'-93'2'0,"-97"-4"0,185 1 0,1 1 0,0-1 0,0 0 0,-1 0 0,1 0 0,0-1 0,0 0 0,1 1 0,-1-1 0,0-1 0,0 1 0,1 0 0,0-1 0,-1 0 0,1 0 0,0 0 0,0 0 0,-4-7 0,-1-2 0,1-1 0,1 0 0,0 0 0,-5-18 0,-5-14 0,11 28 0,1 0 0,0 0 0,2 0 0,0-1 0,1 1 0,1-1 0,0 1 0,4-19 0,-2-25 0,-2 18 0,-1 4 0,2-1 0,7-40 0,-6 67 0,1-1 0,1 1 0,0 0 0,0 0 0,2 0 0,-1 1 0,2-1 0,0 1 0,13-17 0,-16 24 0,12-18 0,1 2 0,1 0 0,0 1 0,2 0 0,0 2 0,27-18 0,-2 5 0,-15 10 0,45-24 0,-66 40 0,-1 1 0,1 1 0,0-1 0,0 2 0,0-1 0,0 1 0,0 0 0,0 1 0,1 0 0,13 1 0,-15 1 0,-1 2 0,0-1 0,0 1 0,0 0 0,0 0 0,0 0 0,0 1 0,-1 1 0,0-1 0,9 9 0,37 21 0,-35-25 0,-1 1 0,0 1 0,0 0 0,-1 1 0,17 17 0,-28-24 0,0-1 0,0 1 0,-1 1 0,0-1 0,0 0 0,0 1 0,0-1 0,-1 1 0,0 0 0,0 0 0,-1 0 0,1 0 0,-1 0 0,0 7 0,0 15 0,-3 53 0,0-33 0,2-36 0,-1 0 0,-1 0 0,0-1 0,0 1 0,-2-1 0,-8 22 0,9-23 0,-20 67 0,20-61 0,-1 0 0,-1 0 0,0-1 0,-1 0 0,0 0 0,-2 0 0,-11 17 0,-18 30 0,27-45 0,0 1 0,-18 22 0,5-11-62,11-14-264,0 0 0,-1 0 1,-16 13-1,21-21-6500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5T08:23:38.6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85 24575,'50'-1'0,"77"-12"0,-64 7 0,1 3 0,69 5 0,-22 1 0,383-3 0,-318 18 0,-57-20 0,132 4 0,-190 6 0,-35-4 0,46 2 0,563-7 0,-494 20 0,-32-11 0,11 1 0,-47-11 0,101 4 0,-117 6 0,-37-4 0,-1-1 0,26 0 0,785-4 0,-654-17 0,-146 18 0,28 1 0,1-3 0,63-10 0,-74 3 0,0 3 0,63-1 0,94-6 0,-180 10 0,299-1 0,-174 7 0,399-3 0,-409-19 0,867 20 0,-867 17 0,1-19 0,100 2 0,-93 17 0,-87-11 0,-18-2 0,47 1 0,16-9 0,158 6 0,-195 4 0,-29-2 0,45 0 0,1185-6 0,-1147-16 0,-49 8 0,11-1 0,162-7 0,230 18 0,-337-20 0,-69 19 0,7 0 0,109-13 0,-1-3 0,-90 10 0,26-12 0,-79 8-1365,-31 7-5461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5T08:23:47.4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1 125 24575,'2'-3'0,"0"1"0,0 0 0,1 0 0,-1 0 0,1 0 0,-1 0 0,1 0 0,0 1 0,0-1 0,0 1 0,0 0 0,0 0 0,0 0 0,6-1 0,1-2 0,18-5 0,-1 0 0,2 2 0,-1 1 0,0 1 0,41-1 0,-10-2 0,-33 4 0,47-2 0,210-11 0,211 18 0,-318-19 0,900 18 0,-935 18 0,-92-16 0,61 9 0,-79-8 0,51-1 0,-58-3 0,0 1 0,0 1 0,45 9 0,-49-6 0,-1-2 0,1 0 0,28-1 0,-28-1 0,0 0 0,1 2 0,23 5 0,93 14 0,-86-16 0,0-2 0,79-5 0,-30-1 0,1840 3 0,-1799 18 0,-78-17 0,86 12 0,-119-10 0,55-2 0,-61-1 0,1 0 0,-1 1 0,42 8 0,-48-5 0,1-2 0,32 1 0,-33-3 0,1 2 0,32 5 0,-27-3 0,-1-1 0,1-1 0,47-2 0,-48-1 0,1 1 0,0 1 0,46 8 0,-48-5 0,1-1 0,-1-1 0,27-1 0,-24-1 0,0 1 0,31 5 0,-24-1 0,62 0 0,16 3 0,-72-4 0,54-1 0,-59-3 0,1 2 0,44 7 0,-50-6 0,-1 0 0,49-2 0,-51-2 0,0 2 0,0 0 0,41 8 0,-41-4 0,1-2 0,-1-1 0,43-2 0,-39 0 0,-1 0 0,46 8 0,-36-4 0,1 0 0,-1-3 0,49-3 0,64 2 0,-32 16 0,-74-8 0,91 3 0,1134-11 0,-1094 19 0,1447-20 0,-1446-18 0,-122 18 0,84-11 0,-73 6 0,2 3 0,69 6 0,-19-1 0,19-11 0,7 0 0,685 9 0,-671-18 0,177 19-1365,-320-1-5461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5T08:23:50.9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2524 17 24575,'52'-15'0,"-42"14"0,0 1 0,0 0 0,0 0 0,0 1 0,-1 0 0,1 1 0,0 0 0,-1 1 0,1 0 0,-1 1 0,0-1 0,0 2 0,0-1 0,-1 1 0,1 1 0,-1-1 0,0 1 0,-1 1 0,0 0 0,0 0 0,0 0 0,-1 1 0,0-1 0,0 2 0,-1-1 0,0 1 0,0-1 0,-1 1 0,-1 1 0,1-1 0,-1 0 0,3 19 0,1 13 0,-2 0 0,-1 0 0,-2 50 0,-5-35 0,-16 85 0,4-39 0,-3 4 0,13-66 0,0 0 0,-1 56 0,4-70 0,0 0 0,-2 0 0,-9 35 0,-2 12 0,-2-11 0,13-50 0,0 1 0,1-1 0,0 1 0,-1 16 0,-14 94 0,9-76 0,-1 0 0,-3-2 0,-2 1 0,-1-2 0,-3 0 0,-1-1 0,-3-1 0,-28 41 0,-53 93 0,-11 13 0,10-32 0,67-100 0,-2-2 0,-49 50 0,-279 223 0,352-315 0,-153 121 0,63-52 0,-152 91 0,220-152 0,-1-2 0,-78 27 0,73-29 0,24-8 0,-1-2 0,-40 10 0,-132 29 0,66-25 0,-28-4 0,134-14 0,-33 5 0,-54 14 0,21-4-1365,75-15-5461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5T08:23:52.2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1 350 24575,'11'-1'0,"0"-1"0,0 0 0,0-1 0,0 0 0,0 0 0,19-10 0,-18 8 0,1 0 0,0 0 0,0 1 0,18-3 0,214-12 0,-166 11 0,-41 3 0,40 0 0,-55 4 0,0-1 0,0-1 0,32-9 0,40-6 0,72 1 0,-86 0 0,-65 12 0,1 1 0,-1 1 0,32-3 0,71-3 0,20 1 0,-87 9 0,-20 0 0,1-1 0,-1-1 0,62-10 0,-10 1 0,-69 9 0,-1 1 0,1-2 0,-1 0 0,1-1 0,26-9 0,-25 7 0,0 1 0,0 0 0,0 1 0,32-1 0,9-2 0,102-12 0,-128 14 0,-1 2 0,51 3 0,-55 0 0,1 0 0,0-2 0,-1-1 0,29-6 0,-30 3 0,0 2 0,1 2 0,-1 0 0,35 3 0,-24 0 0,42-4 0,-26-6 0,19-2 0,88-7 0,-147 17-273,0-1 0,1 0 0,-1-1 0,17-5 0,-17 4-6553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5T08:23:54.0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283 1 24575,'0'8'0,"-2"0"0,1 0 0,-1 0 0,0 0 0,-1 0 0,0 0 0,0 0 0,0-1 0,-10 14 0,1-2 0,-1 0 0,-22 23 0,27-35 15,1 0-1,-1-1 0,-1 1 0,1-2 1,-1 1-1,0-1 0,-15 5 1,-69 22-1322,89-31 1134,-8 3-6653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5T08:23:54.7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24575,'1'3'0,"0"0"0,0-1 0,0 1 0,0-1 0,1 1 0,-1-1 0,1 1 0,-1-1 0,1 0 0,0 0 0,0 0 0,0 0 0,3 3 0,31 23 0,-17-18 0,1-1 0,0-1 0,0 0 0,0-1 0,1-1 0,0-2 0,1 0 0,21 1 0,-29-2-1365,-3 1-5461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5T08:23:56.0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 24575,'26'-1'0,"-1"1"0,1 1 0,-1 1 0,1 1 0,-1 2 0,0 0 0,0 2 0,23 10 0,-31-12 0,-1 1 0,1-2 0,0-1 0,32 3 0,22 5 0,-57-7-1365,-3-1-5461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5T08:23:56.6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209 0 24575,'-1'4'0,"0"-1"0,-1 1 0,0-1 0,1 0 0,-1 0 0,0 0 0,-1 0 0,1 0 0,0 0 0,-4 3 0,-8 12 0,-25 54 0,30-52 0,-2 0 0,0-1 0,0 0 0,-24 28 0,6-3 127,3-2-1619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5T10:21:22.93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24575,'0'0'-8191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5T10:21:25.49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24575,'0'0'-8191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5T09:52:22.2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36 24575,'176'-18'0,"407"19"0,-442-20 0,512 20 0,-513 18 0,-17-21 0,90 4 0,-144 5 0,-29-2 0,45 0 0,17-14 0,8 0 0,454 9 0,-423 18 0,17 0 0,-109-19 0,-20 0 0,0 1 0,0 1 0,55 10 0,-61-7 0,1-1 0,-1-1 0,32-1 0,-29-1 0,0 1 0,37 6 0,-33-3 0,0-1 0,43-1 0,-42-3 0,0 3 0,39 5 0,-19 0 0,2-3 0,-1-2 0,56-5 0,-2 0 0,617 3 0,-546 19 0,-135-20 0,-15 0 0,0 1 0,0 1 0,50 10 0,-41-6 0,0-1 0,0-1 0,0-2 0,43-5 0,9 1 0,-2 2 0,92 3 0,-117 6 0,-36-4 0,48 1 0,1-6 0,99 2 0,-116 8 0,-38-5 0,1-2 0,25 2 0,91-7 0,151 5 0,-226 6 0,-36-4 0,48 2 0,174-7-1365,-232 1-5461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5T10:23:11.2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761 1234 24575,'-3'1'0,"0"0"0,0 0 0,0 0 0,0 1 0,0-1 0,0 1 0,1 0 0,-1 0 0,1 0 0,-1 0 0,-2 3 0,-15 11 0,11-11 0,-2 0 0,1-1 0,-1 0 0,1-1 0,-1 0 0,0 0 0,0-1 0,-1-1 0,1 0 0,0 0 0,0-1 0,-1-1 0,1 0 0,0 0 0,0-1 0,0-1 0,0 1 0,0-2 0,-11-5 0,-3 1 0,0-1 0,1-2 0,0 0 0,1-1 0,0-2 0,-23-17 0,34 20 0,-105-106 0,103 100 0,0-1 0,1 0 0,1-1 0,1 0 0,-13-30 0,19 38 0,-6-13 0,1 0 0,1 0 0,1-1 0,1 0 0,1-1 0,2 1 0,0-1 0,0-30 0,4 15 0,0 16 0,0-1 0,2 1 0,8-42 0,-4 44 0,1-1 0,1 1 0,1 1 0,1 0 0,1 0 0,1 1 0,19-26 0,-3 6 0,-19 25 0,1 0 0,1 2 0,0-1 0,1 1 0,1 1 0,0 0 0,15-11 0,-16 15 0,0 0 0,1 0 0,0 1 0,0 1 0,1 0 0,0 1 0,0 0 0,0 1 0,1 1 0,-1 0 0,21-2 0,31-1 0,-50 3 0,1 2 0,-1 0 0,1 1 0,-1 0 0,1 1 0,0 1 0,-1 1 0,1 1 0,-1 0 0,30 10 0,-5 3 0,97 48 0,-129-58 0,0 0 0,-1 0 0,0 1 0,0 1 0,-1-1 0,0 1 0,0 1 0,-1-1 0,0 1 0,-1 0 0,0 0 0,5 12 0,5 17 0,19 71 0,-26-83 0,-3 0 0,0 1 0,1 49 0,2 7 0,-3-31 0,-2 0 0,-2 1 0,-7 54 0,4-94 0,0-1 0,-1 1 0,-1-1 0,0 0 0,0 0 0,-1-1 0,-1 1 0,0-1 0,0 0 0,-1-1 0,0 0 0,-1 0 0,-1 0 0,-17 15 0,-44 45 0,38-42-1365,21-20-5461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5T09:15:55.0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4645 3513 24575,'-145'-2'0,"-152"5"0,228 4 0,29-2 0,-45 0 0,-28-7 0,-162 4 0,215 6 0,34-4 0,-46 2 0,-70 12 0,100-18 0,-79 13 0,72-8 0,-1-2 0,-83-5 0,34-1 0,-1383 3 0,1342-18 0,77 18 0,-87-13 0,-100-22 0,229 32 0,-5-1 0,0 0 0,0-2 0,0-1 0,-34-14 0,38 13 0,0 0 0,-1 1 0,-31-4 0,30 7 0,1-1 0,1-1 0,-33-14 0,5-1 0,36 16 0,0 0 0,1-1 0,0 0 0,0-1 0,1 0 0,0-1 0,0-1 0,1 0 0,0 0 0,-16-18 0,20 17 0,0-1 0,1 0 0,0 0 0,1 0 0,0-1 0,1 1 0,0-1 0,-3-17 0,2 9 0,-2-22 0,1 0 0,2 0 0,2 0 0,6-67 0,-2 11 0,-4-22 0,4-130 0,7 194 0,-5 36 0,-1 0 0,0-24 0,-6-76 0,5-131 0,1 236 0,-1 0 0,2 1 0,5-15 0,-5 16 0,0 1 0,-1-1 0,-1 1 0,3-24 0,-6-423 0,-17 319 0,18 90 0,1 24 0,-1 0 0,-1-1 0,-9-46 0,7 57 0,1 0 0,0 0 0,2-22 0,0 27 0,1 0 0,-2 0 0,1 0 0,-2 0 0,1 1 0,-2-1 0,1 0 0,-1 1 0,-7-16 0,2 9 0,2 0 0,0 0 0,1-1 0,1 0 0,1 0 0,0 0 0,2-1 0,0 1 0,0 0 0,2-1 0,4-26 0,14-79 0,-18 112 0,1 0 0,0-1 0,0 1 0,2 0 0,-1 0 0,2 0 0,0 0 0,0 1 0,1 0 0,0 0 0,1 0 0,0 1 0,11-12 0,2 0 0,0 1 0,2 1 0,47-33 0,-55 45 0,0 1 0,0 0 0,0 1 0,1 0 0,0 1 0,30-5 0,-9 4 0,69-3 0,617 8 0,-351 3 0,-230 16 0,-70-20 0,-51 0 0,0 0 0,0 2 0,0 0 0,0 2 0,-1 0 0,1 1 0,24 7 0,-18 0 0,1-1 0,0-2 0,1 0 0,33 3 0,-10-3 0,-22-3 0,50 2 0,79 11 0,-124-16 0,0 1 0,44 9 0,-43-7 0,-1-2 0,1-1 0,37-4 0,-28 1 0,49 4 0,-32 6 0,-35-4 0,46 2 0,-35-6 0,-1 2 0,54 9 0,-42-6 0,-1-1 0,90-6 0,-37-1 0,693 3 0,-652-19 0,-38 21 0,77-3 0,-112-7 0,-28 3 0,46 0 0,-23 5 0,-18-1 0,-1 2 0,68 10 0,-85-7 0,-1-2 0,32 0 0,-35-2 0,-1 0 0,45 9 0,-59-7 0,0 0 0,0 1 0,0 0 0,-1 0 0,1 1 0,-1 0 0,0 0 0,1 1 0,-2-1 0,1 2 0,10 10 0,11 12 0,34 41 0,-45-47 0,-2-4 0,-1 1 0,-2 0 0,0 1 0,0 0 0,-2 0 0,12 35 0,-13-9 0,-1 0 0,-3 1 0,-2 0 0,-1 0 0,-7 51 0,3 10 0,2-59 0,1-8 0,-1 1 0,-12 73 0,6-67 0,2 0 0,2 0 0,5 60 0,-1-7 0,-1-63 0,1 0 0,9 48 0,3-22 0,3-1 0,39 95 0,-41-114 0,-2 1 0,14 92 0,-23-103 0,-2 0 0,-1 0 0,-5 54 0,0-68 0,0-1 0,-1 0 0,-1 0 0,-1 0 0,-13 25 0,-11 29 0,-58 166 0,78-209 0,-1 1 0,-2-2 0,-1 0 0,-18 27 0,-2-2 0,25-36 0,-2-1 0,1 0 0,-2-1 0,0 0 0,-30 27 0,27-32 0,-1-1 0,0 0 0,0-1 0,-27 9 0,-36 20 0,59-28 0,0 0 0,-41 12 0,41-15 0,-1 1 0,1 1 0,-23 13 0,31-16 0,0 0 0,0-1 0,0-1 0,-1 0 0,1 0 0,-1-2 0,-17 2 0,16-2 0,1 0 0,0 1 0,0 0 0,0 1 0,0 1 0,-24 11 0,20-6-136,-1 0-1,-1-1 1,0-1-1,0-1 1,0-1-1,-1-1 1,1-1-1,-1 0 0,-32 0 1,38-3-6690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5T09:15:57.5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71 24575,'32'-1'0,"-1"-2"0,44-10 0,-44 6 0,0 2 0,52-2 0,-41 8 0,0-3 0,55-9 0,-62 7 0,0 1 0,68 5 0,-59 0 0,52-4 0,-39-6 0,-38 4 0,1 1 0,25 0 0,184 4-1365,-214-1-5461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5T09:16:00.5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633 0 24575,'3'139'0,"-6"146"0,-15-179 0,13-81 0,-1 0 0,-1 0 0,-2 0 0,0-1 0,-2 0 0,0-1 0,-2 0 0,0-1 0,-2-1 0,-31 37 0,41-53 0,0-1 0,0 1 0,-1-2 0,1 1 0,-1 0 0,0-1 0,0 0 0,0-1 0,-10 4 0,-65 13 0,31-8 0,12-3 0,0-2 0,-46 2 0,57-5 0,-45 12-1365,58-14-5461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5T09:16:07.4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111 1 24575,'-2'11'0,"0"1"0,0-1 0,-1 0 0,0 0 0,-1 0 0,-1 0 0,0-1 0,-9 15 0,-6 15 0,9-10-35,7-19-231,0 0 0,-1-1 0,0 0 0,-9 15 0,7-17-6560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5T09:16:07.9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24575,'1'11'10,"0"-1"-1,1 0 1,1 0-1,-1 0 1,2-1 0,-1 1-1,1-1 1,1 1-1,0-1 1,0-1-1,1 1 1,0-1-1,8 10 1,-6-9-197,0 1-1,-1 1 1,0-1-1,-1 1 1,0 1 0,-1-1-1,7 24 1,-9-22-6639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5T10:27:50.7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307 1873 24575,'10'-1'0,"0"1"0,1 0 0,-1 0 0,0 1 0,1 1 0,-1-1 0,0 2 0,0-1 0,0 2 0,-1-1 0,1 1 0,-1 0 0,0 1 0,0 0 0,9 8 0,34 26 0,1-3 0,2-1 0,67 30 0,-100-55 0,2-1 0,-1-1 0,1-2 0,0 0 0,0-1 0,43 2 0,154-8 0,-93-2 0,607 3 0,-711-2 0,1 0 0,46-11 0,-45 7 0,1 1 0,33-2 0,311 6 0,-173 3 0,-172-4 0,-1 0 0,44-11 0,-42 7 0,1 1 0,30-1 0,95 8 0,62-4 0,-135-13 0,-58 9 0,-1 2 0,24-2 0,-13 4 0,-1-2 0,0-1 0,-1-1 0,1-2 0,-1 0 0,0-3 0,-1 0 0,-1-2 0,34-20 0,-25 12 0,-18 11 0,0-1 0,-1-1 0,31-27 0,-8-1 0,-2-2 0,53-73 0,-77 94 0,-1-1 0,0 0 0,-2-1 0,-1 0 0,0-1 0,-2 0 0,-1 0 0,-1-1 0,-1-1 0,-1 1 0,2-30 0,-5 38 0,1 0 0,0 0 0,1 0 0,0 1 0,14-30 0,0-5 0,-10 20 0,-3-1 0,0 0 0,-2 0 0,-2-1 0,-1 1 0,-4-39 0,0-20 0,5 35 0,0 23 0,-1 0 0,-1-1 0,-10-52 0,9 77 0,-1-1 0,0 1 0,0 0 0,-1 0 0,0 0 0,0 1 0,-1-1 0,0 1 0,0 0 0,-1 1 0,0-1 0,-1 1 0,0 0 0,0 1 0,0-1 0,-1 2 0,-8-6 0,-200-109 0,178 102 0,-1 1 0,-1 2 0,0 2 0,-1 2 0,-60-10 0,12 2 0,-77-14 0,123 25 0,-57-3 0,-12-3 0,25 2 0,-41-10 0,96 17 0,-1 1 0,-1 1 0,-62 3 0,-28-1 0,92-4 0,1 0 0,-51-17 0,54 13 0,0 1 0,0 2 0,-44-4 0,-171 9 0,117 2 0,97 1 0,1 1 0,-51 12 0,15-2 0,-103 21 0,94-19 0,46-9 0,0-1 0,-46 3 0,39-5 0,0 2 0,0 0 0,-47 16 0,48-12 0,0-1 0,-1-1 0,-51 2 0,12-3 0,-139 28 0,63-7 0,128-23 0,0 1 0,1 1 0,-26 12 0,30-11 0,-1-1 0,0-1 0,0 0 0,-1-1 0,-24 3 0,-26-6 0,43-1 0,0 0 0,1 2 0,-1 1 0,1 0 0,-27 9 0,44-10 0,0 1 0,0 0 0,0 0 0,1 1 0,0 0 0,-1 0 0,1 0 0,0 1 0,1 0 0,-1 0 0,1 1 0,0-1 0,1 1 0,-1 0 0,1 0 0,0 1 0,1-1 0,-1 1 0,1 0 0,1 0 0,-4 11 0,1 5 0,0 1 0,-1 41 0,5-45 0,-1 0 0,-1-1 0,0 1 0,-2-1 0,-7 22 0,-67 155 0,73-182 0,1 1 0,1 0 0,0 0 0,1 0 0,0 0 0,0 23 0,6 99 0,0-56 0,-5 95 0,5 150 0,-1-317 0,-1 0 0,1-1 0,1 1 0,0 0 0,0-1 0,1 1 0,0-1 0,0 0 0,1 0 0,0-1 0,0 1 0,8 7 0,12 12 0,50 41 0,-20-19 0,-42-38-341,1-1 0,-1-1-1,27 14 1,-22-13-6485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5T10:27:52.1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 24575,'8'-1'0,"1"1"0,-1 0 0,0 0 0,0 1 0,0 0 0,1 0 0,-1 1 0,0 0 0,0 0 0,-1 1 0,1 0 0,0 0 0,-1 1 0,0 0 0,0 0 0,0 1 0,-1 0 0,1 0 0,-1 1 0,9 9 0,-4-2 0,-1 0 0,0 0 0,-1 1 0,-1 0 0,0 0 0,-1 1 0,0 0 0,-1 0 0,-1 1 0,0 0 0,-1 0 0,-1 0 0,-1 0 0,0 0 0,-1 1 0,-1-1 0,0 1 0,-1-1 0,-7 32 0,3-26 0,0 0 0,-2 0 0,-1-1 0,-1 0 0,-19 34 0,22-42 0,0 1 0,1 0 0,1 1 0,0-1 0,1 1 0,1 0 0,0 0 0,1 0 0,1 0 0,0-1 0,2 17 0,0-13 0,-2 1 0,0-1 0,-1 0 0,-1 1 0,-1-1 0,-9 34 0,10-48-72,1-1 1,-1 0-1,0 0 0,1 0 0,-1 0 0,0 0 0,-1-1 0,1 1 1,0 0-1,-1-1 0,0 0 0,1 0 0,-1 1 0,0-2 0,0 1 1,0 0-1,0-1 0,-6 3 0,-13 2-6754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5T10:27:53.1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24575,'0'20'0,"-1"3"0,1 0 0,2 0 0,0 0 0,1 0 0,7 25 0,-9-43 0,1-1 0,-1 1 0,1 0 0,1-1 0,-1 1 0,0-1 0,1 0 0,0 0 0,0 0 0,0 0 0,1 0 0,-1-1 0,1 0 0,0 1 0,0-1 0,0-1 0,0 1 0,0 0 0,1-1 0,-1 0 0,1 0 0,0 0 0,0-1 0,-1 0 0,1 0 0,0 0 0,0 0 0,0-1 0,9 0 0,-11 0 0,1 0 0,0-1 0,0 0 0,0 0 0,-1 0 0,1 0 0,0 0 0,-1-1 0,1 0 0,-1 0 0,1 0 0,5-4 0,37-38 0,-9 8 0,-24 26-253,-2-1-1,1-1 1,15-20 0,-24 28-99,10-11-6474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5T12:10:41.39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0 268 24575,'1'-2'0,"-1"1"0,1-1 0,-1 1 0,1-1 0,0 1 0,0 0 0,0-1 0,-1 1 0,1 0 0,1 0 0,-1 0 0,0 0 0,0-1 0,0 1 0,1 1 0,-1-1 0,0 0 0,1 0 0,-1 0 0,0 1 0,1-1 0,-1 1 0,1-1 0,0 1 0,-1 0 0,1-1 0,2 1 0,51-6 0,-49 5 0,126-19 0,-58 6 0,-1 0 0,-46 8 0,1 1 0,44-3 0,464 9 0,-512-2 0,1-2 0,45-10 0,-43 7 0,-1 1 0,35-2 0,622 5 0,-329 5 0,-307-3 0,1 1 0,-1-1 0,0-3 0,77-15 0,-62 3 0,0 3 0,1 2 0,105-2 0,935 14 0,-1078-3 0,1-2 0,43-10 0,-42 7 0,1 1 0,30-1 0,380 5 0,-207 3 0,-205-3 42,0-2 0,43-10 0,10-1-1533,-51 12-5335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5T12:10:43.5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1 169 24575,'1840'0'0,"-1814"-1"0,-1-2 0,44-10 0,-41 7 0,-1 2 0,31-3 0,-21 7 0,0-3 0,70-14 0,-80 12 0,-1 2 0,38-1 0,-39 3 0,0-1 0,49-10 0,-59 8 0,33-10 0,1 3 0,-1 1 0,1 3 0,56-2 0,1065 11 0,-1144-3 0,-1-2 0,44-10 0,-41 7 0,-1 2 0,32-2 0,401 5 85,-219 2-1535,-212-1-5376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505A54-E7BE-4A9E-9CFD-336BE16C9677}" type="datetimeFigureOut">
              <a:rPr lang="ko-KR" altLang="en-US" smtClean="0"/>
              <a:t>2026-01-25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98CE6E-8CC5-4277-8F07-7FB369EE03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1343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5F365E-6980-52DD-7B2F-1970500DA9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2BAEC77-F25B-DAF7-AF2A-7626E0CDD3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545939-86F7-C26F-EA31-1D721A62C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EDC0C-0298-4F2A-803F-2DE24E238C8E}" type="datetimeFigureOut">
              <a:rPr lang="ko-KR" altLang="en-US" smtClean="0"/>
              <a:t>2026-01-25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0A8AB4-5790-0A02-5E1C-BA7C385A1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2A7CD6-33C9-EB12-8066-FEBF16C14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BCA1A-E0A0-4707-A8C2-81C7B2E06F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1489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F8CD28-40B9-A909-B3C7-72DBC6797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113AAB-DEE3-8F02-5077-9A16B7C51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0C6462-5B81-BC3F-7367-2458A3E5C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EDC0C-0298-4F2A-803F-2DE24E238C8E}" type="datetimeFigureOut">
              <a:rPr lang="ko-KR" altLang="en-US" smtClean="0"/>
              <a:t>2026-01-25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A9D8DB-5D6B-47E6-C46E-DEDB3C113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45004F-F3DE-20CF-6A3F-8C337BB3C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BCA1A-E0A0-4707-A8C2-81C7B2E06F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294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E44822-29C2-B029-A720-4D885765F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F2A840-B540-24F7-4E4E-5718FE998B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5A12B5-56BC-BC2A-4627-1C60EC170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EDC0C-0298-4F2A-803F-2DE24E238C8E}" type="datetimeFigureOut">
              <a:rPr lang="ko-KR" altLang="en-US" smtClean="0"/>
              <a:t>2026-01-25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5CE6AC-244C-D478-C7BE-7DA50D8B3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E761AE-A6F4-A3B2-4428-F85333D13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BCA1A-E0A0-4707-A8C2-81C7B2E06F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6446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3DA64B-0470-47DF-565A-A4112EBA4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987B4B-1DAF-FAAF-C45E-312849AFA0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BD3FD51-D25B-3BE8-942A-C5C7095DD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DDEA808-6B0D-B13D-533C-C6AFCAD5A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EDC0C-0298-4F2A-803F-2DE24E238C8E}" type="datetimeFigureOut">
              <a:rPr lang="ko-KR" altLang="en-US" smtClean="0"/>
              <a:t>2026-01-25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275DB7A-B0D1-E060-B7AC-50662167F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8A69A24-CCBC-FB79-12BA-8209818DE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BCA1A-E0A0-4707-A8C2-81C7B2E06F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6581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C96E2E-28B1-673B-FADA-565401142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EF4951-6A65-809E-61A4-CAE49C156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E2C5F27-F743-6447-5556-D3243C33C2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59531B5-2BC0-70DF-2B8B-A29B95EB3A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867EF54-2957-9122-DFA1-1B0FDF22C0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6CA0FDD-EA26-AEAF-FAD6-66339B43F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EDC0C-0298-4F2A-803F-2DE24E238C8E}" type="datetimeFigureOut">
              <a:rPr lang="ko-KR" altLang="en-US" smtClean="0"/>
              <a:t>2026-01-25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AAC9C95-A754-B322-7C42-DD7EBE6E9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7135730-609E-4837-BC07-BCE933BE6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BCA1A-E0A0-4707-A8C2-81C7B2E06F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301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C6D982-55E6-4CD6-AE62-DDC12B9DA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CA3D049-450F-54E6-BD53-2F2A00FC3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EDC0C-0298-4F2A-803F-2DE24E238C8E}" type="datetimeFigureOut">
              <a:rPr lang="ko-KR" altLang="en-US" smtClean="0"/>
              <a:t>2026-01-25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20D27A8-46B9-0997-E553-6C0BA9311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E6115A9-9AF5-820B-58AA-33B3BEC72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BCA1A-E0A0-4707-A8C2-81C7B2E06F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3757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F697667-A132-86B2-8D3E-540DF108E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EDC0C-0298-4F2A-803F-2DE24E238C8E}" type="datetimeFigureOut">
              <a:rPr lang="ko-KR" altLang="en-US" smtClean="0"/>
              <a:t>2026-01-25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320F7F5-9D00-A6DA-760E-EA2E6B0B2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8E1983-95D6-209B-F0B2-8EB2E2D19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BCA1A-E0A0-4707-A8C2-81C7B2E06F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4302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F1FCF0-B49F-0FA7-ED55-17E0935D0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7E4091-F832-5931-5BE8-240B263165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194EB50-C6D1-4C33-C773-206B3B7401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E9E7D8-CF07-47AC-07E8-6EE000529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EDC0C-0298-4F2A-803F-2DE24E238C8E}" type="datetimeFigureOut">
              <a:rPr lang="ko-KR" altLang="en-US" smtClean="0"/>
              <a:t>2026-01-25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8B20410-3D14-2FBE-F464-320A7A058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753F49-A522-5379-CE4E-34BCA6FE3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BCA1A-E0A0-4707-A8C2-81C7B2E06F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4606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749055-F8AF-1D62-3810-857B60D9F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C7069E9-A57A-14C9-D79D-CA1F719FC7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3198D6A-B9CF-4404-E2F5-98DBAC0FEB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EC466E-0556-1CEB-6EC5-F5857CA47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EDC0C-0298-4F2A-803F-2DE24E238C8E}" type="datetimeFigureOut">
              <a:rPr lang="ko-KR" altLang="en-US" smtClean="0"/>
              <a:t>2026-01-25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B47F649-0398-D6B6-E610-5C945101E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79C69DE-64AC-C815-8BD5-F3DC2B7F1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BCA1A-E0A0-4707-A8C2-81C7B2E06F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8314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61B2F6-DD99-FC9D-C7BE-D3FE4BBF8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29DE2ED-8291-D825-DF07-55A81203CE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1F9E42-9446-919A-4BAF-F7BEF6ACE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EDC0C-0298-4F2A-803F-2DE24E238C8E}" type="datetimeFigureOut">
              <a:rPr lang="ko-KR" altLang="en-US" smtClean="0"/>
              <a:t>2026-01-25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DB5ACD-E424-DDBE-5C95-DFCA88498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524DAC-0CA8-D869-AAD0-95BB4DEC5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BCA1A-E0A0-4707-A8C2-81C7B2E06F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4786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7992741-D730-DF12-EF92-E9CDF369A1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FBC3BEA-2BE3-78E8-BCD0-7D25D01B5B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D95CED-C1D5-98E5-9DBF-F2D303F83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EDC0C-0298-4F2A-803F-2DE24E238C8E}" type="datetimeFigureOut">
              <a:rPr lang="ko-KR" altLang="en-US" smtClean="0"/>
              <a:t>2026-01-25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5556E6-563D-5037-101F-02E8DE810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ACFF88-DA76-7EBE-88FE-8A5D3E4CF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BCA1A-E0A0-4707-A8C2-81C7B2E06F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7412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D5B3597-EB59-06D8-3F00-1A7C51FF5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832E408-F8FA-C7F4-F4DC-3D4C41C2C5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3D18E3-60CC-DB8D-5CE9-BCDABA7A0D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FEDC0C-0298-4F2A-803F-2DE24E238C8E}" type="datetimeFigureOut">
              <a:rPr lang="ko-KR" altLang="en-US" smtClean="0"/>
              <a:t>2026-01-25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72F538-C8D9-831F-BBF5-01FC41156C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0BD49F-EFB5-67AB-8D75-CAB7E8B6A0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2BCA1A-E0A0-4707-A8C2-81C7B2E06F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2150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10.png"/><Relationship Id="rId2" Type="http://schemas.openxmlformats.org/officeDocument/2006/relationships/image" Target="../media/image5.jpeg"/><Relationship Id="rId16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customXml" Target="../ink/ink4.xml"/><Relationship Id="rId1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customXml" Target="../ink/ink13.xml"/><Relationship Id="rId3" Type="http://schemas.openxmlformats.org/officeDocument/2006/relationships/customXml" Target="../ink/ink8.xml"/><Relationship Id="rId7" Type="http://schemas.openxmlformats.org/officeDocument/2006/relationships/customXml" Target="../ink/ink10.xml"/><Relationship Id="rId12" Type="http://schemas.openxmlformats.org/officeDocument/2006/relationships/image" Target="../media/image22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customXml" Target="../ink/ink12.xml"/><Relationship Id="rId5" Type="http://schemas.openxmlformats.org/officeDocument/2006/relationships/customXml" Target="../ink/ink9.xml"/><Relationship Id="rId10" Type="http://schemas.openxmlformats.org/officeDocument/2006/relationships/image" Target="../media/image21.png"/><Relationship Id="rId4" Type="http://schemas.openxmlformats.org/officeDocument/2006/relationships/image" Target="../media/image18.png"/><Relationship Id="rId9" Type="http://schemas.openxmlformats.org/officeDocument/2006/relationships/customXml" Target="../ink/ink11.xml"/><Relationship Id="rId1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png"/><Relationship Id="rId3" Type="http://schemas.openxmlformats.org/officeDocument/2006/relationships/customXml" Target="../ink/ink14.xml"/><Relationship Id="rId7" Type="http://schemas.openxmlformats.org/officeDocument/2006/relationships/customXml" Target="../ink/ink16.xm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0.png"/><Relationship Id="rId5" Type="http://schemas.openxmlformats.org/officeDocument/2006/relationships/customXml" Target="../ink/ink15.xml"/><Relationship Id="rId4" Type="http://schemas.openxmlformats.org/officeDocument/2006/relationships/image" Target="../media/image20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20.xml"/><Relationship Id="rId13" Type="http://schemas.openxmlformats.org/officeDocument/2006/relationships/image" Target="../media/image32.png"/><Relationship Id="rId18" Type="http://schemas.openxmlformats.org/officeDocument/2006/relationships/customXml" Target="../ink/ink25.xml"/><Relationship Id="rId3" Type="http://schemas.openxmlformats.org/officeDocument/2006/relationships/image" Target="../media/image19.jpeg"/><Relationship Id="rId21" Type="http://schemas.openxmlformats.org/officeDocument/2006/relationships/image" Target="../media/image24.png"/><Relationship Id="rId7" Type="http://schemas.openxmlformats.org/officeDocument/2006/relationships/image" Target="../media/image29.png"/><Relationship Id="rId12" Type="http://schemas.openxmlformats.org/officeDocument/2006/relationships/customXml" Target="../ink/ink22.xml"/><Relationship Id="rId17" Type="http://schemas.openxmlformats.org/officeDocument/2006/relationships/image" Target="../media/image34.png"/><Relationship Id="rId2" Type="http://schemas.openxmlformats.org/officeDocument/2006/relationships/image" Target="../media/image18.jpeg"/><Relationship Id="rId16" Type="http://schemas.openxmlformats.org/officeDocument/2006/relationships/customXml" Target="../ink/ink24.xml"/><Relationship Id="rId20" Type="http://schemas.openxmlformats.org/officeDocument/2006/relationships/customXml" Target="../ink/ink2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9.xml"/><Relationship Id="rId11" Type="http://schemas.openxmlformats.org/officeDocument/2006/relationships/image" Target="../media/image310.png"/><Relationship Id="rId5" Type="http://schemas.openxmlformats.org/officeDocument/2006/relationships/image" Target="../media/image28.png"/><Relationship Id="rId15" Type="http://schemas.openxmlformats.org/officeDocument/2006/relationships/image" Target="../media/image33.png"/><Relationship Id="rId10" Type="http://schemas.openxmlformats.org/officeDocument/2006/relationships/customXml" Target="../ink/ink21.xml"/><Relationship Id="rId19" Type="http://schemas.openxmlformats.org/officeDocument/2006/relationships/image" Target="../media/image35.png"/><Relationship Id="rId4" Type="http://schemas.openxmlformats.org/officeDocument/2006/relationships/customXml" Target="../ink/ink18.xml"/><Relationship Id="rId9" Type="http://schemas.openxmlformats.org/officeDocument/2006/relationships/image" Target="../media/image30.png"/><Relationship Id="rId14" Type="http://schemas.openxmlformats.org/officeDocument/2006/relationships/customXml" Target="../ink/ink23.xml"/><Relationship Id="rId22" Type="http://schemas.openxmlformats.org/officeDocument/2006/relationships/customXml" Target="../ink/ink2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8.xml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customXml" Target="../ink/ink29.xml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customXml" Target="../ink/ink35.xml"/><Relationship Id="rId18" Type="http://schemas.openxmlformats.org/officeDocument/2006/relationships/image" Target="../media/image44.png"/><Relationship Id="rId3" Type="http://schemas.openxmlformats.org/officeDocument/2006/relationships/customXml" Target="../ink/ink30.xml"/><Relationship Id="rId21" Type="http://schemas.openxmlformats.org/officeDocument/2006/relationships/customXml" Target="../ink/ink39.xml"/><Relationship Id="rId7" Type="http://schemas.openxmlformats.org/officeDocument/2006/relationships/customXml" Target="../ink/ink32.xml"/><Relationship Id="rId12" Type="http://schemas.openxmlformats.org/officeDocument/2006/relationships/image" Target="../media/image42.png"/><Relationship Id="rId17" Type="http://schemas.openxmlformats.org/officeDocument/2006/relationships/customXml" Target="../ink/ink37.xml"/><Relationship Id="rId2" Type="http://schemas.openxmlformats.org/officeDocument/2006/relationships/image" Target="../media/image27.jpeg"/><Relationship Id="rId16" Type="http://schemas.openxmlformats.org/officeDocument/2006/relationships/image" Target="../media/image43.png"/><Relationship Id="rId20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customXml" Target="../ink/ink34.xml"/><Relationship Id="rId5" Type="http://schemas.openxmlformats.org/officeDocument/2006/relationships/customXml" Target="../ink/ink31.xml"/><Relationship Id="rId15" Type="http://schemas.openxmlformats.org/officeDocument/2006/relationships/customXml" Target="../ink/ink36.xml"/><Relationship Id="rId10" Type="http://schemas.openxmlformats.org/officeDocument/2006/relationships/image" Target="../media/image41.png"/><Relationship Id="rId19" Type="http://schemas.openxmlformats.org/officeDocument/2006/relationships/customXml" Target="../ink/ink38.xml"/><Relationship Id="rId4" Type="http://schemas.openxmlformats.org/officeDocument/2006/relationships/image" Target="../media/image38.png"/><Relationship Id="rId9" Type="http://schemas.openxmlformats.org/officeDocument/2006/relationships/customXml" Target="../ink/ink33.xml"/><Relationship Id="rId14" Type="http://schemas.openxmlformats.org/officeDocument/2006/relationships/image" Target="../media/image37.png"/><Relationship Id="rId22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AEF2E6-E8DF-FDD9-17E6-8F49B37F46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Deep Generative Models</a:t>
            </a:r>
            <a:br>
              <a:rPr lang="en-US" altLang="ko-KR" dirty="0"/>
            </a:br>
            <a:r>
              <a:rPr lang="en-US" altLang="ko-KR" dirty="0"/>
              <a:t>Lecture 5 -VAEs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1C9EB1C-65E9-0EB5-9D5D-32DB75C6FE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/>
              <a:t>21011290 </a:t>
            </a:r>
            <a:r>
              <a:rPr lang="ko-KR" altLang="en-US" dirty="0"/>
              <a:t>전승윤</a:t>
            </a:r>
          </a:p>
        </p:txBody>
      </p:sp>
    </p:spTree>
    <p:extLst>
      <p:ext uri="{BB962C8B-B14F-4D97-AF65-F5344CB8AC3E}">
        <p14:creationId xmlns:p14="http://schemas.microsoft.com/office/powerpoint/2010/main" val="1916678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2DD976-4F63-0BB8-B23F-73BAC84D8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 descr="스크린샷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32D324A-D622-ACA9-8AA0-372007B2BD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0707"/>
            <a:ext cx="9273654" cy="688870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54B3AF6-A60F-87B7-34F2-688992A12EA8}"/>
              </a:ext>
            </a:extLst>
          </p:cNvPr>
          <p:cNvSpPr txBox="1"/>
          <p:nvPr/>
        </p:nvSpPr>
        <p:spPr>
          <a:xfrm>
            <a:off x="6753727" y="2473851"/>
            <a:ext cx="54382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사람 얼굴</a:t>
            </a:r>
            <a:endParaRPr lang="en-US" altLang="ko-KR" dirty="0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dirty="0">
                <a:solidFill>
                  <a:srgbClr val="FF0000"/>
                </a:solidFill>
              </a:rPr>
              <a:t>성별</a:t>
            </a:r>
            <a:r>
              <a:rPr lang="en-US" altLang="ko-KR" dirty="0">
                <a:solidFill>
                  <a:srgbClr val="FF0000"/>
                </a:solidFill>
              </a:rPr>
              <a:t>,</a:t>
            </a:r>
            <a:r>
              <a:rPr lang="ko-KR" altLang="en-US" dirty="0">
                <a:solidFill>
                  <a:srgbClr val="FF0000"/>
                </a:solidFill>
              </a:rPr>
              <a:t> 눈의 색깔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눈썹 등 다양한 변동 요소 존재</a:t>
            </a:r>
            <a:endParaRPr lang="en-US" altLang="ko-KR" dirty="0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dirty="0">
                <a:solidFill>
                  <a:srgbClr val="FF0000"/>
                </a:solidFill>
              </a:rPr>
              <a:t>하지만 우리가 라벨을 붙여주지 않으면</a:t>
            </a:r>
            <a:r>
              <a:rPr lang="en-US" altLang="ko-KR" dirty="0">
                <a:solidFill>
                  <a:srgbClr val="FF0000"/>
                </a:solidFill>
              </a:rPr>
              <a:t>?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dirty="0">
                <a:solidFill>
                  <a:srgbClr val="FF0000"/>
                </a:solidFill>
              </a:rPr>
              <a:t>이 특징들은 </a:t>
            </a:r>
            <a:r>
              <a:rPr lang="en-US" altLang="ko-KR" dirty="0">
                <a:solidFill>
                  <a:srgbClr val="FF0000"/>
                </a:solidFill>
              </a:rPr>
              <a:t>‘</a:t>
            </a:r>
            <a:r>
              <a:rPr lang="ko-KR" altLang="en-US" dirty="0">
                <a:solidFill>
                  <a:srgbClr val="FF0000"/>
                </a:solidFill>
              </a:rPr>
              <a:t>잠재</a:t>
            </a:r>
            <a:r>
              <a:rPr lang="en-US" altLang="ko-KR" dirty="0">
                <a:solidFill>
                  <a:srgbClr val="FF0000"/>
                </a:solidFill>
              </a:rPr>
              <a:t>’</a:t>
            </a:r>
            <a:r>
              <a:rPr lang="ko-KR" altLang="en-US" dirty="0">
                <a:solidFill>
                  <a:srgbClr val="FF0000"/>
                </a:solidFill>
              </a:rPr>
              <a:t>되어 있음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F89D5D-2B78-019B-C59B-A0481CC4C7CE}"/>
              </a:ext>
            </a:extLst>
          </p:cNvPr>
          <p:cNvSpPr txBox="1"/>
          <p:nvPr/>
        </p:nvSpPr>
        <p:spPr>
          <a:xfrm>
            <a:off x="2358189" y="6148137"/>
            <a:ext cx="7904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이 숨겨진 특징을 명시적으로 모델링해보자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6881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EF03EB-727F-D01B-7147-4FB5293E4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 descr="텍스트, 스크린샷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A496214-F975-AB15-EEEF-2B9BFDF261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430603" cy="68580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D4EE342-FD32-6D65-956E-AE3BFAC751DB}"/>
              </a:ext>
            </a:extLst>
          </p:cNvPr>
          <p:cNvSpPr txBox="1"/>
          <p:nvPr/>
        </p:nvSpPr>
        <p:spPr>
          <a:xfrm>
            <a:off x="5823284" y="3204865"/>
            <a:ext cx="48607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우리가 보는 픽셀 값</a:t>
            </a:r>
            <a:r>
              <a:rPr lang="en-US" altLang="ko-KR" dirty="0">
                <a:solidFill>
                  <a:srgbClr val="FF0000"/>
                </a:solidFill>
              </a:rPr>
              <a:t>(x) = </a:t>
            </a:r>
            <a:r>
              <a:rPr lang="ko-KR" altLang="en-US" dirty="0">
                <a:solidFill>
                  <a:srgbClr val="FF0000"/>
                </a:solidFill>
              </a:rPr>
              <a:t>관찰된 변수</a:t>
            </a:r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en-US" dirty="0">
                <a:solidFill>
                  <a:srgbClr val="FF0000"/>
                </a:solidFill>
              </a:rPr>
              <a:t>그 이면의 특징</a:t>
            </a:r>
            <a:r>
              <a:rPr lang="en-US" altLang="ko-KR" dirty="0">
                <a:solidFill>
                  <a:srgbClr val="FF0000"/>
                </a:solidFill>
              </a:rPr>
              <a:t>(z)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=</a:t>
            </a:r>
            <a:r>
              <a:rPr lang="ko-KR" altLang="en-US" dirty="0">
                <a:solidFill>
                  <a:srgbClr val="FF0000"/>
                </a:solidFill>
              </a:rPr>
              <a:t> 잠재변수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837959-E53A-2160-3085-F71438968E3D}"/>
              </a:ext>
            </a:extLst>
          </p:cNvPr>
          <p:cNvSpPr txBox="1"/>
          <p:nvPr/>
        </p:nvSpPr>
        <p:spPr>
          <a:xfrm>
            <a:off x="8346833" y="4719042"/>
            <a:ext cx="41147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모델이 잘 학습되면</a:t>
            </a:r>
            <a:r>
              <a:rPr lang="en-US" altLang="ko-KR" dirty="0">
                <a:solidFill>
                  <a:srgbClr val="FF0000"/>
                </a:solidFill>
              </a:rPr>
              <a:t>,</a:t>
            </a:r>
          </a:p>
          <a:p>
            <a:r>
              <a:rPr lang="ko-KR" altLang="en-US" dirty="0">
                <a:solidFill>
                  <a:srgbClr val="FF0000"/>
                </a:solidFill>
              </a:rPr>
              <a:t>이미지로부터 </a:t>
            </a:r>
            <a:r>
              <a:rPr lang="en-US" altLang="ko-KR" dirty="0">
                <a:solidFill>
                  <a:srgbClr val="FF0000"/>
                </a:solidFill>
              </a:rPr>
              <a:t>“</a:t>
            </a:r>
            <a:r>
              <a:rPr lang="ko-KR" altLang="en-US" dirty="0">
                <a:solidFill>
                  <a:srgbClr val="FF0000"/>
                </a:solidFill>
              </a:rPr>
              <a:t>눈이 파란색일 확률</a:t>
            </a:r>
            <a:r>
              <a:rPr lang="en-US" altLang="ko-KR" dirty="0">
                <a:solidFill>
                  <a:srgbClr val="FF0000"/>
                </a:solidFill>
              </a:rPr>
              <a:t>“ </a:t>
            </a:r>
          </a:p>
          <a:p>
            <a:r>
              <a:rPr lang="ko-KR" altLang="en-US" dirty="0">
                <a:solidFill>
                  <a:srgbClr val="FF0000"/>
                </a:solidFill>
              </a:rPr>
              <a:t>같은 특징을 뽑아낼 수 있다</a:t>
            </a:r>
          </a:p>
        </p:txBody>
      </p:sp>
    </p:spTree>
    <p:extLst>
      <p:ext uri="{BB962C8B-B14F-4D97-AF65-F5344CB8AC3E}">
        <p14:creationId xmlns:p14="http://schemas.microsoft.com/office/powerpoint/2010/main" val="4110542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096297-45C4-A367-2F7E-606288222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176747F-2F1F-A80A-3F0E-1AB08B7BF4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461035" cy="68580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9DB3824-6537-7746-3406-6CD920A609B3}"/>
              </a:ext>
            </a:extLst>
          </p:cNvPr>
          <p:cNvSpPr txBox="1"/>
          <p:nvPr/>
        </p:nvSpPr>
        <p:spPr>
          <a:xfrm>
            <a:off x="6412830" y="3104147"/>
            <a:ext cx="51856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ko-KR" altLang="en-US" dirty="0">
                <a:solidFill>
                  <a:srgbClr val="FF0000"/>
                </a:solidFill>
              </a:rPr>
              <a:t>잠재변수</a:t>
            </a:r>
            <a:r>
              <a:rPr lang="en-US" altLang="ko-KR" dirty="0">
                <a:solidFill>
                  <a:srgbClr val="FF0000"/>
                </a:solidFill>
              </a:rPr>
              <a:t> z</a:t>
            </a:r>
            <a:r>
              <a:rPr lang="ko-KR" altLang="en-US" dirty="0">
                <a:solidFill>
                  <a:srgbClr val="FF0000"/>
                </a:solidFill>
              </a:rPr>
              <a:t>는 단순한 </a:t>
            </a:r>
            <a:r>
              <a:rPr lang="ko-KR" altLang="en-US" dirty="0" err="1">
                <a:solidFill>
                  <a:srgbClr val="FF0000"/>
                </a:solidFill>
              </a:rPr>
              <a:t>가우시안</a:t>
            </a:r>
            <a:r>
              <a:rPr lang="ko-KR" altLang="en-US" dirty="0">
                <a:solidFill>
                  <a:srgbClr val="FF0000"/>
                </a:solidFill>
              </a:rPr>
              <a:t> 분포에서 뽑기</a:t>
            </a:r>
            <a:endParaRPr lang="en-US" altLang="ko-KR" dirty="0">
              <a:solidFill>
                <a:srgbClr val="FF0000"/>
              </a:solidFill>
            </a:endParaRPr>
          </a:p>
          <a:p>
            <a:pPr marL="342900" indent="-342900">
              <a:buAutoNum type="arabicParenR"/>
            </a:pPr>
            <a:endParaRPr lang="en-US" altLang="ko-KR" dirty="0">
              <a:solidFill>
                <a:srgbClr val="FF0000"/>
              </a:solidFill>
            </a:endParaRPr>
          </a:p>
          <a:p>
            <a:pPr marL="342900" indent="-342900">
              <a:buAutoNum type="arabicParenR"/>
            </a:pPr>
            <a:r>
              <a:rPr lang="ko-KR" altLang="en-US" dirty="0">
                <a:solidFill>
                  <a:srgbClr val="FF0000"/>
                </a:solidFill>
              </a:rPr>
              <a:t>이를 신경망에 통과시켜 복잡한 이미지 </a:t>
            </a:r>
            <a:r>
              <a:rPr lang="en-US" altLang="ko-KR" dirty="0">
                <a:solidFill>
                  <a:srgbClr val="FF0000"/>
                </a:solidFill>
              </a:rPr>
              <a:t>x</a:t>
            </a:r>
            <a:r>
              <a:rPr lang="ko-KR" altLang="en-US" dirty="0">
                <a:solidFill>
                  <a:srgbClr val="FF0000"/>
                </a:solidFill>
              </a:rPr>
              <a:t>의 분포를 생성</a:t>
            </a:r>
          </a:p>
        </p:txBody>
      </p:sp>
    </p:spTree>
    <p:extLst>
      <p:ext uri="{BB962C8B-B14F-4D97-AF65-F5344CB8AC3E}">
        <p14:creationId xmlns:p14="http://schemas.microsoft.com/office/powerpoint/2010/main" val="455573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6015BE-C497-6A6F-1950-EC2593380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 descr="텍스트, 스크린샷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633FF07-9ED2-B048-2092-B1FB58A961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369188" cy="6801948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22579F1-FD59-6BE2-AEA0-FDEE8D93A1A1}"/>
              </a:ext>
            </a:extLst>
          </p:cNvPr>
          <p:cNvSpPr txBox="1"/>
          <p:nvPr/>
        </p:nvSpPr>
        <p:spPr>
          <a:xfrm>
            <a:off x="6533746" y="3080084"/>
            <a:ext cx="56548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1)</a:t>
            </a:r>
            <a:r>
              <a:rPr lang="ko-KR" altLang="en-US" dirty="0"/>
              <a:t>데이터가 여러 개의 </a:t>
            </a:r>
            <a:r>
              <a:rPr lang="en-US" altLang="ko-KR" dirty="0">
                <a:solidFill>
                  <a:srgbClr val="FF0000"/>
                </a:solidFill>
              </a:rPr>
              <a:t>‘</a:t>
            </a:r>
            <a:r>
              <a:rPr lang="ko-KR" altLang="en-US" dirty="0">
                <a:solidFill>
                  <a:srgbClr val="FF0000"/>
                </a:solidFill>
              </a:rPr>
              <a:t>무리</a:t>
            </a:r>
            <a:r>
              <a:rPr lang="en-US" altLang="ko-KR" dirty="0">
                <a:solidFill>
                  <a:srgbClr val="FF0000"/>
                </a:solidFill>
              </a:rPr>
              <a:t>’</a:t>
            </a:r>
            <a:r>
              <a:rPr lang="ko-KR" altLang="en-US" dirty="0"/>
              <a:t>로 이루어져 있다고 가정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2)</a:t>
            </a:r>
            <a:r>
              <a:rPr lang="ko-KR" altLang="en-US" dirty="0"/>
              <a:t>각 무리를 </a:t>
            </a:r>
            <a:r>
              <a:rPr lang="ko-KR" altLang="en-US" dirty="0" err="1"/>
              <a:t>가우시안</a:t>
            </a:r>
            <a:r>
              <a:rPr lang="ko-KR" altLang="en-US" dirty="0"/>
              <a:t> 분포로 표현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16142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A8C53F-AD4F-E250-CF68-CB67C4BBF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 descr="텍스트, 스크린샷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8EA49E2-0E2E-03E4-3A58-5608017D69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420420" cy="68580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D3DA579-0B28-5A5F-F187-F3B3CEAA7601}"/>
              </a:ext>
            </a:extLst>
          </p:cNvPr>
          <p:cNvSpPr txBox="1"/>
          <p:nvPr/>
        </p:nvSpPr>
        <p:spPr>
          <a:xfrm>
            <a:off x="4764505" y="1564106"/>
            <a:ext cx="65892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단일 </a:t>
            </a:r>
            <a:r>
              <a:rPr lang="ko-KR" altLang="en-US" dirty="0" err="1"/>
              <a:t>가우시안</a:t>
            </a:r>
            <a:r>
              <a:rPr lang="ko-KR" altLang="en-US" dirty="0"/>
              <a:t> 분포로는 설명되지 않는 복잡한 데이터 분포를 </a:t>
            </a:r>
            <a:r>
              <a:rPr lang="ko-KR" altLang="en-US" dirty="0">
                <a:solidFill>
                  <a:srgbClr val="FF0000"/>
                </a:solidFill>
              </a:rPr>
              <a:t>여러 개의 무리로 나누어 훨씬 정확하게 표현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3CFEB463-357E-9556-49A4-18EFFF18CCB1}"/>
                  </a:ext>
                </a:extLst>
              </p14:cNvPr>
              <p14:cNvContentPartPr/>
              <p14:nvPr/>
            </p14:nvContentPartPr>
            <p14:xfrm>
              <a:off x="4811400" y="3211636"/>
              <a:ext cx="496080" cy="843480"/>
            </p14:xfrm>
          </p:contentPart>
        </mc:Choice>
        <mc:Fallback xmlns=""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3CFEB463-357E-9556-49A4-18EFFF18CCB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02400" y="3202636"/>
                <a:ext cx="513720" cy="86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7259D946-C219-8039-9FBA-ED6EFB8DB98C}"/>
                  </a:ext>
                </a:extLst>
              </p14:cNvPr>
              <p14:cNvContentPartPr/>
              <p14:nvPr/>
            </p14:nvContentPartPr>
            <p14:xfrm>
              <a:off x="7326720" y="3356356"/>
              <a:ext cx="360" cy="167760"/>
            </p14:xfrm>
          </p:contentPart>
        </mc:Choice>
        <mc:Fallback xmlns=""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7259D946-C219-8039-9FBA-ED6EFB8DB98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318080" y="3347716"/>
                <a:ext cx="18000" cy="18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잉크 12">
                <a:extLst>
                  <a:ext uri="{FF2B5EF4-FFF2-40B4-BE49-F238E27FC236}">
                    <a16:creationId xmlns:a16="http://schemas.microsoft.com/office/drawing/2014/main" id="{EA41DD22-5620-CA02-18C9-FF2664B32F32}"/>
                  </a:ext>
                </a:extLst>
              </p14:cNvPr>
              <p14:cNvContentPartPr/>
              <p14:nvPr/>
            </p14:nvContentPartPr>
            <p14:xfrm>
              <a:off x="7252920" y="3343036"/>
              <a:ext cx="170640" cy="195120"/>
            </p14:xfrm>
          </p:contentPart>
        </mc:Choice>
        <mc:Fallback xmlns="">
          <p:pic>
            <p:nvPicPr>
              <p:cNvPr id="13" name="잉크 12">
                <a:extLst>
                  <a:ext uri="{FF2B5EF4-FFF2-40B4-BE49-F238E27FC236}">
                    <a16:creationId xmlns:a16="http://schemas.microsoft.com/office/drawing/2014/main" id="{EA41DD22-5620-CA02-18C9-FF2664B32F3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244280" y="3334396"/>
                <a:ext cx="188280" cy="212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그룹 17">
            <a:extLst>
              <a:ext uri="{FF2B5EF4-FFF2-40B4-BE49-F238E27FC236}">
                <a16:creationId xmlns:a16="http://schemas.microsoft.com/office/drawing/2014/main" id="{5B33D728-AB1D-B0F9-E0FE-569F63EB47B0}"/>
              </a:ext>
            </a:extLst>
          </p:cNvPr>
          <p:cNvGrpSpPr/>
          <p:nvPr/>
        </p:nvGrpSpPr>
        <p:grpSpPr>
          <a:xfrm>
            <a:off x="8013240" y="2745076"/>
            <a:ext cx="168480" cy="208440"/>
            <a:chOff x="8013240" y="2745076"/>
            <a:chExt cx="168480" cy="20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27210F27-169B-C3DD-29E0-CEC29C4E0DF0}"/>
                    </a:ext>
                  </a:extLst>
                </p14:cNvPr>
                <p14:cNvContentPartPr/>
                <p14:nvPr/>
              </p14:nvContentPartPr>
              <p14:xfrm>
                <a:off x="8036640" y="2770636"/>
                <a:ext cx="131760" cy="13104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27210F27-169B-C3DD-29E0-CEC29C4E0DF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027640" y="2761996"/>
                  <a:ext cx="14940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54E62F15-EAF5-4FF9-2374-BA1A80882721}"/>
                    </a:ext>
                  </a:extLst>
                </p14:cNvPr>
                <p14:cNvContentPartPr/>
                <p14:nvPr/>
              </p14:nvContentPartPr>
              <p14:xfrm>
                <a:off x="8013240" y="2745076"/>
                <a:ext cx="168480" cy="20844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54E62F15-EAF5-4FF9-2374-BA1A8088272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004240" y="2736436"/>
                  <a:ext cx="186120" cy="22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9E346BB3-2727-8DE6-1FBF-CE6BAC7EB283}"/>
                  </a:ext>
                </a:extLst>
              </p14:cNvPr>
              <p14:cNvContentPartPr/>
              <p14:nvPr/>
            </p14:nvContentPartPr>
            <p14:xfrm>
              <a:off x="4838600" y="2995410"/>
              <a:ext cx="46080" cy="11808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9E346BB3-2727-8DE6-1FBF-CE6BAC7EB28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829600" y="2986770"/>
                <a:ext cx="6372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A76BC5B5-8E26-4EC3-0EA4-81F51DD9ED03}"/>
                  </a:ext>
                </a:extLst>
              </p14:cNvPr>
              <p14:cNvContentPartPr/>
              <p14:nvPr/>
            </p14:nvContentPartPr>
            <p14:xfrm>
              <a:off x="4857320" y="3168570"/>
              <a:ext cx="360" cy="36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A76BC5B5-8E26-4EC3-0EA4-81F51DD9ED03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848680" y="3159570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67960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2D7F24-E6AF-DA92-F910-5134225D3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 descr="스티치, 패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76D222F-B809-DD1C-59CE-521F2471C2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9532962" cy="6863064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19C3D12-9314-C31F-30B8-1D4CE54B0C99}"/>
              </a:ext>
            </a:extLst>
          </p:cNvPr>
          <p:cNvSpPr txBox="1"/>
          <p:nvPr/>
        </p:nvSpPr>
        <p:spPr>
          <a:xfrm>
            <a:off x="7351294" y="3413321"/>
            <a:ext cx="2851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어떻게 </a:t>
            </a:r>
            <a:r>
              <a:rPr lang="ko-KR" altLang="en-US" dirty="0">
                <a:solidFill>
                  <a:srgbClr val="FF0000"/>
                </a:solidFill>
              </a:rPr>
              <a:t>무리</a:t>
            </a:r>
            <a:r>
              <a:rPr lang="ko-KR" altLang="en-US" dirty="0"/>
              <a:t>를 나누지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04362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BDFE32-F336-43D5-CDC7-B52567597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44FEACC-6FE6-D55C-F824-1AB4E67DCD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362364" cy="6813492"/>
          </a:xfrm>
        </p:spPr>
      </p:pic>
    </p:spTree>
    <p:extLst>
      <p:ext uri="{BB962C8B-B14F-4D97-AF65-F5344CB8AC3E}">
        <p14:creationId xmlns:p14="http://schemas.microsoft.com/office/powerpoint/2010/main" val="43089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974D9-17F9-77DC-9EDB-1B3DFC9E8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 descr="텍스트, 스크린샷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DDE0EAF-414E-0D3A-EE3B-2CA847E4E8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022"/>
            <a:ext cx="9464722" cy="6843979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7AF9160-3240-A819-AF04-521610E387D3}"/>
              </a:ext>
            </a:extLst>
          </p:cNvPr>
          <p:cNvSpPr txBox="1"/>
          <p:nvPr/>
        </p:nvSpPr>
        <p:spPr>
          <a:xfrm>
            <a:off x="7256987" y="2828835"/>
            <a:ext cx="31522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정답이 없는 데이터들도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무언가 </a:t>
            </a:r>
            <a:r>
              <a:rPr lang="ko-KR" altLang="en-US" dirty="0">
                <a:solidFill>
                  <a:srgbClr val="FF0000"/>
                </a:solidFill>
              </a:rPr>
              <a:t>무리</a:t>
            </a:r>
            <a:r>
              <a:rPr lang="en-US" altLang="ko-KR" dirty="0">
                <a:solidFill>
                  <a:srgbClr val="FF0000"/>
                </a:solidFill>
              </a:rPr>
              <a:t>(cluster)</a:t>
            </a:r>
            <a:r>
              <a:rPr lang="ko-KR" altLang="en-US" dirty="0"/>
              <a:t>를 이루고 있다</a:t>
            </a:r>
          </a:p>
        </p:txBody>
      </p:sp>
    </p:spTree>
    <p:extLst>
      <p:ext uri="{BB962C8B-B14F-4D97-AF65-F5344CB8AC3E}">
        <p14:creationId xmlns:p14="http://schemas.microsoft.com/office/powerpoint/2010/main" val="970558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80F686-ABA5-B8A4-B34E-7D5F18D19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 descr="텍스트, 스크린샷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C65FA13-87C8-4BFC-D023-0598A89421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17" y="0"/>
            <a:ext cx="9562444" cy="68580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EB4C69-BC7A-CC7B-EF14-DAC40BABA4EF}"/>
              </a:ext>
            </a:extLst>
          </p:cNvPr>
          <p:cNvSpPr txBox="1"/>
          <p:nvPr/>
        </p:nvSpPr>
        <p:spPr>
          <a:xfrm>
            <a:off x="6990347" y="2286000"/>
            <a:ext cx="41629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단순한 </a:t>
            </a:r>
            <a:r>
              <a:rPr lang="en-US" altLang="ko-KR" dirty="0">
                <a:solidFill>
                  <a:srgbClr val="FF0000"/>
                </a:solidFill>
              </a:rPr>
              <a:t>3</a:t>
            </a:r>
            <a:r>
              <a:rPr lang="ko-KR" altLang="en-US" dirty="0">
                <a:solidFill>
                  <a:srgbClr val="FF0000"/>
                </a:solidFill>
              </a:rPr>
              <a:t>개의 </a:t>
            </a:r>
            <a:r>
              <a:rPr lang="ko-KR" altLang="en-US" dirty="0" err="1">
                <a:solidFill>
                  <a:srgbClr val="FF0000"/>
                </a:solidFill>
              </a:rPr>
              <a:t>가우시안</a:t>
            </a:r>
            <a:r>
              <a:rPr lang="ko-KR" altLang="en-US" dirty="0">
                <a:solidFill>
                  <a:srgbClr val="FF0000"/>
                </a:solidFill>
              </a:rPr>
              <a:t> 분포의 조합</a:t>
            </a:r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-&gt; </a:t>
            </a:r>
            <a:r>
              <a:rPr lang="ko-KR" altLang="en-US" dirty="0">
                <a:solidFill>
                  <a:srgbClr val="FF0000"/>
                </a:solidFill>
              </a:rPr>
              <a:t>복잡한 확률 분포 모델 설명 가능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83E78D-8D6E-9A0F-4AE8-9CEEA5EDD414}"/>
              </a:ext>
            </a:extLst>
          </p:cNvPr>
          <p:cNvSpPr txBox="1"/>
          <p:nvPr/>
        </p:nvSpPr>
        <p:spPr>
          <a:xfrm>
            <a:off x="6205281" y="4664333"/>
            <a:ext cx="2927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0B0F0"/>
                </a:solidFill>
              </a:rPr>
              <a:t>K=1 </a:t>
            </a:r>
            <a:r>
              <a:rPr lang="en-US" altLang="ko-KR" dirty="0"/>
              <a:t>/ </a:t>
            </a:r>
            <a:r>
              <a:rPr lang="en-US" altLang="ko-KR" dirty="0">
                <a:solidFill>
                  <a:srgbClr val="FFC000"/>
                </a:solidFill>
              </a:rPr>
              <a:t>K=2</a:t>
            </a:r>
            <a:r>
              <a:rPr lang="en-US" altLang="ko-KR" dirty="0"/>
              <a:t> / </a:t>
            </a:r>
            <a:r>
              <a:rPr lang="en-US" altLang="ko-KR" dirty="0">
                <a:solidFill>
                  <a:srgbClr val="00B050"/>
                </a:solidFill>
              </a:rPr>
              <a:t>K=3</a:t>
            </a:r>
            <a:endParaRPr lang="ko-KR" alt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91910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EF870C-CE0C-68A1-4B74-50DAB9E39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97BD1FA-80B0-9A9D-0790-67D16406B5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439424" cy="6858001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DAB5C11-D79C-5221-E355-42E9118138BE}"/>
              </a:ext>
            </a:extLst>
          </p:cNvPr>
          <p:cNvSpPr txBox="1"/>
          <p:nvPr/>
        </p:nvSpPr>
        <p:spPr>
          <a:xfrm>
            <a:off x="6994358" y="1690688"/>
            <a:ext cx="5197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VAE -&gt; </a:t>
            </a:r>
            <a:r>
              <a:rPr lang="ko-KR" altLang="en-US" dirty="0">
                <a:solidFill>
                  <a:srgbClr val="FF0000"/>
                </a:solidFill>
              </a:rPr>
              <a:t>무한히 많은 </a:t>
            </a:r>
            <a:r>
              <a:rPr lang="ko-KR" altLang="en-US" dirty="0" err="1">
                <a:solidFill>
                  <a:srgbClr val="FF0000"/>
                </a:solidFill>
              </a:rPr>
              <a:t>가우시안</a:t>
            </a:r>
            <a:r>
              <a:rPr lang="ko-KR" altLang="en-US" dirty="0">
                <a:solidFill>
                  <a:srgbClr val="FF0000"/>
                </a:solidFill>
              </a:rPr>
              <a:t> 분포를 섞은 것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66E84C-CC93-557F-B00E-19E1835346E4}"/>
              </a:ext>
            </a:extLst>
          </p:cNvPr>
          <p:cNvSpPr txBox="1"/>
          <p:nvPr/>
        </p:nvSpPr>
        <p:spPr>
          <a:xfrm>
            <a:off x="6942221" y="2538663"/>
            <a:ext cx="5438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신경망이 복잡한 섞는 과정을 담당함</a:t>
            </a:r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-&gt; </a:t>
            </a:r>
            <a:r>
              <a:rPr lang="ko-KR" altLang="en-US" dirty="0">
                <a:solidFill>
                  <a:srgbClr val="FF0000"/>
                </a:solidFill>
              </a:rPr>
              <a:t>매우 유연한 표현력을 가짐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B2CC023E-C313-6C14-5F04-95FC6BB66463}"/>
                  </a:ext>
                </a:extLst>
              </p14:cNvPr>
              <p14:cNvContentPartPr/>
              <p14:nvPr/>
            </p14:nvContentPartPr>
            <p14:xfrm>
              <a:off x="3003320" y="5568690"/>
              <a:ext cx="279000" cy="36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B2CC023E-C313-6C14-5F04-95FC6BB6646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94680" y="5559690"/>
                <a:ext cx="29664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56583A47-B954-5C44-6E5C-A8CEF1BF3CAA}"/>
              </a:ext>
            </a:extLst>
          </p:cNvPr>
          <p:cNvSpPr txBox="1"/>
          <p:nvPr/>
        </p:nvSpPr>
        <p:spPr>
          <a:xfrm>
            <a:off x="3142820" y="5595105"/>
            <a:ext cx="32198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1)</a:t>
            </a:r>
            <a:r>
              <a:rPr lang="ko-KR" altLang="en-US" sz="1100" dirty="0">
                <a:solidFill>
                  <a:srgbClr val="FF0000"/>
                </a:solidFill>
              </a:rPr>
              <a:t>분산을 </a:t>
            </a:r>
            <a:r>
              <a:rPr lang="en-US" altLang="ko-KR" sz="1100" dirty="0">
                <a:solidFill>
                  <a:srgbClr val="FF0000"/>
                </a:solidFill>
              </a:rPr>
              <a:t>0</a:t>
            </a:r>
            <a:r>
              <a:rPr lang="ko-KR" altLang="en-US" sz="1100" dirty="0">
                <a:solidFill>
                  <a:srgbClr val="FF0000"/>
                </a:solidFill>
              </a:rPr>
              <a:t>보다 크게</a:t>
            </a:r>
            <a:r>
              <a:rPr lang="en-US" altLang="ko-KR" sz="1100" dirty="0">
                <a:solidFill>
                  <a:srgbClr val="FF0000"/>
                </a:solidFill>
              </a:rPr>
              <a:t> </a:t>
            </a:r>
            <a:r>
              <a:rPr lang="ko-KR" altLang="en-US" sz="1100" dirty="0">
                <a:solidFill>
                  <a:srgbClr val="FF0000"/>
                </a:solidFill>
              </a:rPr>
              <a:t>하려고</a:t>
            </a:r>
            <a:endParaRPr lang="en-US" altLang="ko-KR" sz="1100" dirty="0">
              <a:solidFill>
                <a:srgbClr val="FF0000"/>
              </a:solidFill>
            </a:endParaRPr>
          </a:p>
          <a:p>
            <a:r>
              <a:rPr lang="en-US" altLang="ko-KR" sz="1100" dirty="0">
                <a:solidFill>
                  <a:srgbClr val="FF0000"/>
                </a:solidFill>
              </a:rPr>
              <a:t>2)</a:t>
            </a:r>
            <a:r>
              <a:rPr lang="ko-KR" altLang="en-US" sz="1100" dirty="0">
                <a:solidFill>
                  <a:srgbClr val="FF0000"/>
                </a:solidFill>
              </a:rPr>
              <a:t>대각행렬로 만들기</a:t>
            </a:r>
            <a:r>
              <a:rPr lang="en-US" altLang="ko-KR" sz="1100" dirty="0">
                <a:solidFill>
                  <a:srgbClr val="FF0000"/>
                </a:solidFill>
              </a:rPr>
              <a:t> (</a:t>
            </a:r>
            <a:r>
              <a:rPr lang="ko-KR" altLang="en-US" sz="1100" dirty="0">
                <a:solidFill>
                  <a:srgbClr val="FF0000"/>
                </a:solidFill>
              </a:rPr>
              <a:t>각 픽셀 독립적</a:t>
            </a:r>
            <a:r>
              <a:rPr lang="en-US" altLang="ko-KR" sz="1100" dirty="0">
                <a:solidFill>
                  <a:srgbClr val="FF0000"/>
                </a:solidFill>
              </a:rPr>
              <a:t>)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4D227CD7-6049-618D-DB72-556EDAC0C332}"/>
                  </a:ext>
                </a:extLst>
              </p14:cNvPr>
              <p14:cNvContentPartPr/>
              <p14:nvPr/>
            </p14:nvContentPartPr>
            <p14:xfrm>
              <a:off x="2412920" y="5581650"/>
              <a:ext cx="387000" cy="14760"/>
            </p14:xfrm>
          </p:contentPart>
        </mc:Choice>
        <mc:Fallback xmlns=""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4D227CD7-6049-618D-DB72-556EDAC0C33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03920" y="5572650"/>
                <a:ext cx="404640" cy="3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29375648-F257-3C49-3326-6642B64408CB}"/>
                  </a:ext>
                </a:extLst>
              </p14:cNvPr>
              <p14:cNvContentPartPr/>
              <p14:nvPr/>
            </p14:nvContentPartPr>
            <p14:xfrm>
              <a:off x="2621360" y="4887210"/>
              <a:ext cx="192240" cy="289800"/>
            </p14:xfrm>
          </p:contentPart>
        </mc:Choice>
        <mc:Fallback xmlns=""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29375648-F257-3C49-3326-6642B64408C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612720" y="4878570"/>
                <a:ext cx="209880" cy="30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6" name="잉크 15">
                <a:extLst>
                  <a:ext uri="{FF2B5EF4-FFF2-40B4-BE49-F238E27FC236}">
                    <a16:creationId xmlns:a16="http://schemas.microsoft.com/office/drawing/2014/main" id="{A8CCE014-F139-FDB8-293B-A0073235F859}"/>
                  </a:ext>
                </a:extLst>
              </p14:cNvPr>
              <p14:cNvContentPartPr/>
              <p14:nvPr/>
            </p14:nvContentPartPr>
            <p14:xfrm>
              <a:off x="3205640" y="4921050"/>
              <a:ext cx="171720" cy="261000"/>
            </p14:xfrm>
          </p:contentPart>
        </mc:Choice>
        <mc:Fallback xmlns="">
          <p:pic>
            <p:nvPicPr>
              <p:cNvPr id="16" name="잉크 15">
                <a:extLst>
                  <a:ext uri="{FF2B5EF4-FFF2-40B4-BE49-F238E27FC236}">
                    <a16:creationId xmlns:a16="http://schemas.microsoft.com/office/drawing/2014/main" id="{A8CCE014-F139-FDB8-293B-A0073235F85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197000" y="4912050"/>
                <a:ext cx="189360" cy="27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8" name="잉크 17">
                <a:extLst>
                  <a:ext uri="{FF2B5EF4-FFF2-40B4-BE49-F238E27FC236}">
                    <a16:creationId xmlns:a16="http://schemas.microsoft.com/office/drawing/2014/main" id="{A6D03C88-C439-DE50-0E73-9DF5413490DE}"/>
                  </a:ext>
                </a:extLst>
              </p14:cNvPr>
              <p14:cNvContentPartPr/>
              <p14:nvPr/>
            </p14:nvContentPartPr>
            <p14:xfrm>
              <a:off x="3726560" y="5281770"/>
              <a:ext cx="142560" cy="280440"/>
            </p14:xfrm>
          </p:contentPart>
        </mc:Choice>
        <mc:Fallback xmlns="">
          <p:pic>
            <p:nvPicPr>
              <p:cNvPr id="18" name="잉크 17">
                <a:extLst>
                  <a:ext uri="{FF2B5EF4-FFF2-40B4-BE49-F238E27FC236}">
                    <a16:creationId xmlns:a16="http://schemas.microsoft.com/office/drawing/2014/main" id="{A6D03C88-C439-DE50-0E73-9DF5413490D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717920" y="5273130"/>
                <a:ext cx="160200" cy="29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9" name="잉크 18">
                <a:extLst>
                  <a:ext uri="{FF2B5EF4-FFF2-40B4-BE49-F238E27FC236}">
                    <a16:creationId xmlns:a16="http://schemas.microsoft.com/office/drawing/2014/main" id="{34D87734-5D26-646D-1C2F-06669E70C13A}"/>
                  </a:ext>
                </a:extLst>
              </p14:cNvPr>
              <p14:cNvContentPartPr/>
              <p14:nvPr/>
            </p14:nvContentPartPr>
            <p14:xfrm>
              <a:off x="4328480" y="5332530"/>
              <a:ext cx="181800" cy="237240"/>
            </p14:xfrm>
          </p:contentPart>
        </mc:Choice>
        <mc:Fallback xmlns="">
          <p:pic>
            <p:nvPicPr>
              <p:cNvPr id="19" name="잉크 18">
                <a:extLst>
                  <a:ext uri="{FF2B5EF4-FFF2-40B4-BE49-F238E27FC236}">
                    <a16:creationId xmlns:a16="http://schemas.microsoft.com/office/drawing/2014/main" id="{34D87734-5D26-646D-1C2F-06669E70C13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319840" y="5323890"/>
                <a:ext cx="199440" cy="254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85432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880342-9A33-E54B-1A6E-80598233E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BAF15B-F22B-C2CD-6337-523138784968}"/>
              </a:ext>
            </a:extLst>
          </p:cNvPr>
          <p:cNvSpPr txBox="1"/>
          <p:nvPr/>
        </p:nvSpPr>
        <p:spPr>
          <a:xfrm>
            <a:off x="8041104" y="121027"/>
            <a:ext cx="347311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무턱대고 </a:t>
            </a:r>
            <a:r>
              <a:rPr lang="en-US" altLang="ko-KR" dirty="0"/>
              <a:t>P(X) </a:t>
            </a:r>
            <a:r>
              <a:rPr lang="ko-KR" altLang="en-US" dirty="0"/>
              <a:t>구하기</a:t>
            </a:r>
            <a:endParaRPr lang="en-US" altLang="ko-KR" dirty="0"/>
          </a:p>
          <a:p>
            <a:r>
              <a:rPr lang="en-US" altLang="ko-KR" dirty="0">
                <a:solidFill>
                  <a:srgbClr val="FF0000"/>
                </a:solidFill>
              </a:rPr>
              <a:t>-&gt;</a:t>
            </a:r>
            <a:r>
              <a:rPr lang="ko-KR" altLang="en-US" dirty="0">
                <a:solidFill>
                  <a:srgbClr val="FF0000"/>
                </a:solidFill>
              </a:rPr>
              <a:t>너무 어려움 </a:t>
            </a:r>
            <a:r>
              <a:rPr lang="en-US" altLang="ko-KR" dirty="0">
                <a:solidFill>
                  <a:srgbClr val="FF0000"/>
                </a:solidFill>
              </a:rPr>
              <a:t>(P1)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en-US" altLang="ko-KR" dirty="0"/>
          </a:p>
          <a:p>
            <a:r>
              <a:rPr lang="en-US" altLang="ko-KR" dirty="0"/>
              <a:t>P(X I Z)</a:t>
            </a:r>
            <a:r>
              <a:rPr lang="ko-KR" altLang="en-US" dirty="0"/>
              <a:t>라는 조그마한 블록을 여러 개 조립해서 </a:t>
            </a:r>
            <a:r>
              <a:rPr lang="en-US" altLang="ko-KR" dirty="0"/>
              <a:t>P(X) </a:t>
            </a:r>
            <a:r>
              <a:rPr lang="ko-KR" altLang="en-US" dirty="0"/>
              <a:t>구하기</a:t>
            </a:r>
            <a:endParaRPr lang="en-US" altLang="ko-KR" dirty="0"/>
          </a:p>
          <a:p>
            <a:r>
              <a:rPr lang="en-US" altLang="ko-KR" dirty="0">
                <a:solidFill>
                  <a:srgbClr val="FF0000"/>
                </a:solidFill>
              </a:rPr>
              <a:t>-&gt;</a:t>
            </a:r>
            <a:r>
              <a:rPr lang="ko-KR" altLang="en-US" dirty="0">
                <a:solidFill>
                  <a:srgbClr val="FF0000"/>
                </a:solidFill>
              </a:rPr>
              <a:t>할 만함 </a:t>
            </a:r>
            <a:r>
              <a:rPr lang="en-US" altLang="ko-KR" dirty="0">
                <a:solidFill>
                  <a:srgbClr val="FF0000"/>
                </a:solidFill>
              </a:rPr>
              <a:t>(S1)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   </a:t>
            </a:r>
            <a:r>
              <a:rPr lang="ko-KR" altLang="en-US" dirty="0">
                <a:solidFill>
                  <a:srgbClr val="FF0000"/>
                </a:solidFill>
              </a:rPr>
              <a:t>하지만 학습이 어려움 </a:t>
            </a:r>
            <a:r>
              <a:rPr lang="en-US" altLang="ko-KR" dirty="0">
                <a:solidFill>
                  <a:srgbClr val="FF0000"/>
                </a:solidFill>
              </a:rPr>
              <a:t>(P2)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   (</a:t>
            </a:r>
            <a:r>
              <a:rPr lang="ko-KR" altLang="en-US" dirty="0">
                <a:solidFill>
                  <a:srgbClr val="FF0000"/>
                </a:solidFill>
              </a:rPr>
              <a:t>공짜 점심은 없다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</a:p>
          <a:p>
            <a:endParaRPr lang="en-US" altLang="ko-KR" dirty="0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en-US" altLang="ko-KR" dirty="0">
              <a:solidFill>
                <a:srgbClr val="FF0000"/>
              </a:solidFill>
            </a:endParaRPr>
          </a:p>
          <a:p>
            <a:endParaRPr lang="ko-KR" altLang="en-US" dirty="0">
              <a:solidFill>
                <a:srgbClr val="FF0000"/>
              </a:solidFill>
            </a:endParaRPr>
          </a:p>
        </p:txBody>
      </p:sp>
      <p:pic>
        <p:nvPicPr>
          <p:cNvPr id="11" name="내용 개체 틀 10" descr="텍스트, 폰트, 스크린샷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41FCEB9-1141-4FCE-A5EE-CB3A55B8DC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00"/>
            <a:ext cx="7880685" cy="3032801"/>
          </a:xfrm>
        </p:spPr>
      </p:pic>
      <p:pic>
        <p:nvPicPr>
          <p:cNvPr id="15" name="그림 14" descr="아니메, 만화 영화, 망가, 가상의 캐릭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5764D40-D5C8-4674-33B3-37B7E95FCB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80" y="2899611"/>
            <a:ext cx="4495799" cy="372561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FB45F2C-F357-7CCD-9A2A-DB0630327606}"/>
              </a:ext>
            </a:extLst>
          </p:cNvPr>
          <p:cNvSpPr txBox="1"/>
          <p:nvPr/>
        </p:nvSpPr>
        <p:spPr>
          <a:xfrm>
            <a:off x="5001128" y="2905477"/>
            <a:ext cx="63526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00B0F0"/>
                </a:solidFill>
              </a:rPr>
              <a:t>이 캐릭터를 다른 포즈로 이미지 생성해봐</a:t>
            </a:r>
            <a:endParaRPr lang="en-US" altLang="ko-KR" dirty="0">
              <a:solidFill>
                <a:srgbClr val="00B0F0"/>
              </a:solidFill>
            </a:endParaRPr>
          </a:p>
          <a:p>
            <a:r>
              <a:rPr lang="en-US" altLang="ko-KR" dirty="0">
                <a:solidFill>
                  <a:srgbClr val="00B0F0"/>
                </a:solidFill>
              </a:rPr>
              <a:t>-&gt;</a:t>
            </a:r>
            <a:r>
              <a:rPr lang="ko-KR" altLang="en-US" dirty="0">
                <a:solidFill>
                  <a:srgbClr val="00B0F0"/>
                </a:solidFill>
              </a:rPr>
              <a:t>무턱대고</a:t>
            </a:r>
            <a:r>
              <a:rPr lang="en-US" altLang="ko-KR" dirty="0">
                <a:solidFill>
                  <a:srgbClr val="00B0F0"/>
                </a:solidFill>
              </a:rPr>
              <a:t> P(X) </a:t>
            </a:r>
            <a:r>
              <a:rPr lang="ko-KR" altLang="en-US" dirty="0">
                <a:solidFill>
                  <a:srgbClr val="00B0F0"/>
                </a:solidFill>
              </a:rPr>
              <a:t>구하기</a:t>
            </a:r>
            <a:endParaRPr lang="en-US" altLang="ko-KR" dirty="0">
              <a:solidFill>
                <a:srgbClr val="00B0F0"/>
              </a:solidFill>
            </a:endParaRPr>
          </a:p>
          <a:p>
            <a:r>
              <a:rPr lang="en-US" altLang="ko-KR" dirty="0">
                <a:solidFill>
                  <a:srgbClr val="00B0F0"/>
                </a:solidFill>
              </a:rPr>
              <a:t>-&gt; </a:t>
            </a:r>
            <a:r>
              <a:rPr lang="ko-KR" altLang="en-US" dirty="0">
                <a:solidFill>
                  <a:srgbClr val="00B0F0"/>
                </a:solidFill>
              </a:rPr>
              <a:t>어려움</a:t>
            </a:r>
            <a:endParaRPr lang="en-US" altLang="ko-KR" dirty="0">
              <a:solidFill>
                <a:srgbClr val="00B0F0"/>
              </a:solidFill>
            </a:endParaRPr>
          </a:p>
          <a:p>
            <a:endParaRPr lang="en-US" altLang="ko-KR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99E8A7-E61A-8C8C-D161-40EF9B878519}"/>
              </a:ext>
            </a:extLst>
          </p:cNvPr>
          <p:cNvSpPr txBox="1"/>
          <p:nvPr/>
        </p:nvSpPr>
        <p:spPr>
          <a:xfrm>
            <a:off x="5001128" y="3970421"/>
            <a:ext cx="697029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일단 </a:t>
            </a:r>
            <a:r>
              <a:rPr lang="ko-KR" altLang="en-US" dirty="0">
                <a:solidFill>
                  <a:srgbClr val="FF0000"/>
                </a:solidFill>
              </a:rPr>
              <a:t>이 캐릭터의 특징</a:t>
            </a:r>
            <a:r>
              <a:rPr lang="ko-KR" altLang="en-US" dirty="0"/>
              <a:t>을 너가 알아서 잡아봐</a:t>
            </a:r>
            <a:r>
              <a:rPr lang="en-US" altLang="ko-KR" dirty="0"/>
              <a:t>.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-&gt;1) </a:t>
            </a:r>
            <a:r>
              <a:rPr lang="ko-KR" altLang="en-US" dirty="0">
                <a:solidFill>
                  <a:srgbClr val="FF0000"/>
                </a:solidFill>
              </a:rPr>
              <a:t>파란색 머리 </a:t>
            </a:r>
            <a:r>
              <a:rPr lang="en-US" altLang="ko-KR" dirty="0">
                <a:solidFill>
                  <a:srgbClr val="FF0000"/>
                </a:solidFill>
              </a:rPr>
              <a:t> 2) </a:t>
            </a:r>
            <a:r>
              <a:rPr lang="ko-KR" altLang="en-US" dirty="0">
                <a:solidFill>
                  <a:srgbClr val="FF0000"/>
                </a:solidFill>
              </a:rPr>
              <a:t>단발머리 </a:t>
            </a:r>
            <a:r>
              <a:rPr lang="en-US" altLang="ko-KR" dirty="0">
                <a:solidFill>
                  <a:srgbClr val="FF0000"/>
                </a:solidFill>
              </a:rPr>
              <a:t>3) </a:t>
            </a:r>
            <a:r>
              <a:rPr lang="ko-KR" altLang="en-US" dirty="0">
                <a:solidFill>
                  <a:srgbClr val="FF0000"/>
                </a:solidFill>
              </a:rPr>
              <a:t>빨간색 눈</a:t>
            </a:r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/>
          </a:p>
          <a:p>
            <a:r>
              <a:rPr lang="ko-KR" altLang="en-US" dirty="0"/>
              <a:t>이제 이 캐릭터를 다른 포즈로 이미지를 생성해봐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>
                <a:solidFill>
                  <a:srgbClr val="FF0000"/>
                </a:solidFill>
              </a:rPr>
              <a:t>-&gt;P(X)</a:t>
            </a:r>
            <a:r>
              <a:rPr lang="ko-KR" altLang="en-US" dirty="0">
                <a:solidFill>
                  <a:srgbClr val="FF0000"/>
                </a:solidFill>
              </a:rPr>
              <a:t>를 </a:t>
            </a:r>
            <a:r>
              <a:rPr lang="en-US" altLang="ko-KR" dirty="0">
                <a:solidFill>
                  <a:srgbClr val="FF0000"/>
                </a:solidFill>
              </a:rPr>
              <a:t>P(X I </a:t>
            </a:r>
            <a:r>
              <a:rPr lang="ko-KR" altLang="en-US" dirty="0">
                <a:solidFill>
                  <a:srgbClr val="FF0000"/>
                </a:solidFill>
              </a:rPr>
              <a:t>파란머리</a:t>
            </a:r>
            <a:r>
              <a:rPr lang="en-US" altLang="ko-KR" dirty="0">
                <a:solidFill>
                  <a:srgbClr val="FF0000"/>
                </a:solidFill>
              </a:rPr>
              <a:t>), P(X I </a:t>
            </a:r>
            <a:r>
              <a:rPr lang="ko-KR" altLang="en-US" dirty="0">
                <a:solidFill>
                  <a:srgbClr val="FF0000"/>
                </a:solidFill>
              </a:rPr>
              <a:t>단발머리</a:t>
            </a:r>
            <a:r>
              <a:rPr lang="en-US" altLang="ko-KR" dirty="0">
                <a:solidFill>
                  <a:srgbClr val="FF0000"/>
                </a:solidFill>
              </a:rPr>
              <a:t>), P(X I </a:t>
            </a:r>
            <a:r>
              <a:rPr lang="ko-KR" altLang="en-US" dirty="0">
                <a:solidFill>
                  <a:srgbClr val="FF0000"/>
                </a:solidFill>
              </a:rPr>
              <a:t>빨간색 눈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r>
              <a:rPr lang="ko-KR" altLang="en-US" dirty="0">
                <a:solidFill>
                  <a:srgbClr val="FF0000"/>
                </a:solidFill>
              </a:rPr>
              <a:t>의 조합으로 생성</a:t>
            </a:r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/>
          </a:p>
          <a:p>
            <a:r>
              <a:rPr lang="en-US" altLang="ko-KR" dirty="0">
                <a:solidFill>
                  <a:srgbClr val="FF0000"/>
                </a:solidFill>
              </a:rPr>
              <a:t>-&gt; </a:t>
            </a:r>
            <a:r>
              <a:rPr lang="ko-KR" altLang="en-US" dirty="0">
                <a:solidFill>
                  <a:srgbClr val="FF0000"/>
                </a:solidFill>
              </a:rPr>
              <a:t>훨씬 쉬움</a:t>
            </a:r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0005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B8C578-D1B5-6AEF-F486-5987357EF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내용 개체 틀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A2C4583-C7EB-740F-FE6D-11E0F2129F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444251" cy="6842094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81158D2-C9B3-2EB4-2C84-807810ABFC2E}"/>
              </a:ext>
            </a:extLst>
          </p:cNvPr>
          <p:cNvSpPr txBox="1"/>
          <p:nvPr/>
        </p:nvSpPr>
        <p:spPr>
          <a:xfrm>
            <a:off x="8061159" y="1180897"/>
            <a:ext cx="413084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근데 이미지가 일부 가려지면</a:t>
            </a:r>
            <a:r>
              <a:rPr lang="en-US" altLang="ko-KR" dirty="0">
                <a:solidFill>
                  <a:srgbClr val="FF0000"/>
                </a:solidFill>
              </a:rPr>
              <a:t>?</a:t>
            </a:r>
          </a:p>
          <a:p>
            <a:endParaRPr lang="en-US" altLang="ko-KR" dirty="0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dirty="0">
                <a:solidFill>
                  <a:srgbClr val="FF0000"/>
                </a:solidFill>
              </a:rPr>
              <a:t>실제 데이터 </a:t>
            </a:r>
            <a:r>
              <a:rPr lang="en-US" altLang="ko-KR" dirty="0">
                <a:solidFill>
                  <a:srgbClr val="FF0000"/>
                </a:solidFill>
              </a:rPr>
              <a:t>P(x)</a:t>
            </a:r>
            <a:r>
              <a:rPr lang="ko-KR" altLang="en-US" dirty="0">
                <a:solidFill>
                  <a:srgbClr val="FF0000"/>
                </a:solidFill>
              </a:rPr>
              <a:t>를 구하려면</a:t>
            </a:r>
            <a:r>
              <a:rPr lang="en-US" altLang="ko-KR" dirty="0">
                <a:solidFill>
                  <a:srgbClr val="FF0000"/>
                </a:solidFill>
              </a:rPr>
              <a:t>?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en-US" altLang="ko-KR" dirty="0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dirty="0">
                <a:solidFill>
                  <a:srgbClr val="FF0000"/>
                </a:solidFill>
              </a:rPr>
              <a:t>가려진 모든 경우의 수</a:t>
            </a:r>
            <a:r>
              <a:rPr lang="en-US" altLang="ko-KR" dirty="0">
                <a:solidFill>
                  <a:srgbClr val="FF0000"/>
                </a:solidFill>
              </a:rPr>
              <a:t>(Z)</a:t>
            </a:r>
            <a:r>
              <a:rPr lang="ko-KR" altLang="en-US" dirty="0">
                <a:solidFill>
                  <a:srgbClr val="FF0000"/>
                </a:solidFill>
              </a:rPr>
              <a:t>를 고려해 더하거나 적분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en-US" altLang="ko-KR" dirty="0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dirty="0">
                <a:solidFill>
                  <a:srgbClr val="FF0000"/>
                </a:solidFill>
              </a:rPr>
              <a:t>불가능</a:t>
            </a:r>
            <a:r>
              <a:rPr lang="en-US" altLang="ko-KR" dirty="0">
                <a:solidFill>
                  <a:srgbClr val="FF0000"/>
                </a:solidFill>
              </a:rPr>
              <a:t>!! (</a:t>
            </a:r>
            <a:r>
              <a:rPr lang="ko-KR" altLang="en-US" dirty="0" err="1">
                <a:solidFill>
                  <a:srgbClr val="FF0000"/>
                </a:solidFill>
              </a:rPr>
              <a:t>근사해야함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393243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BBE8E3-BA8D-5BFF-A845-4DADC1B21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D6ABF2B-9752-FB5A-614D-55DE79F550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362364" cy="6814224"/>
          </a:xfrm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83ED1EA9-33D3-6976-4161-9D6E4BF17089}"/>
              </a:ext>
            </a:extLst>
          </p:cNvPr>
          <p:cNvGrpSpPr/>
          <p:nvPr/>
        </p:nvGrpSpPr>
        <p:grpSpPr>
          <a:xfrm>
            <a:off x="2586600" y="4030996"/>
            <a:ext cx="6656760" cy="2659320"/>
            <a:chOff x="2586600" y="4030996"/>
            <a:chExt cx="6656760" cy="265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29E855CE-6354-13F3-9A09-04829752C5F7}"/>
                    </a:ext>
                  </a:extLst>
                </p14:cNvPr>
                <p14:cNvContentPartPr/>
                <p14:nvPr/>
              </p14:nvContentPartPr>
              <p14:xfrm>
                <a:off x="2586600" y="6662596"/>
                <a:ext cx="4619160" cy="2772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29E855CE-6354-13F3-9A09-04829752C5F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577960" y="6653956"/>
                  <a:ext cx="46368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979D8A59-352F-A076-5D1F-4EA3C7EB6D76}"/>
                    </a:ext>
                  </a:extLst>
                </p14:cNvPr>
                <p14:cNvContentPartPr/>
                <p14:nvPr/>
              </p14:nvContentPartPr>
              <p14:xfrm>
                <a:off x="7519680" y="4030996"/>
                <a:ext cx="1649520" cy="216540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979D8A59-352F-A076-5D1F-4EA3C7EB6D7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510680" y="4021996"/>
                  <a:ext cx="1667160" cy="21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7E373C25-2EF1-E2E1-471E-43BBEDF01CD7}"/>
                    </a:ext>
                  </a:extLst>
                </p14:cNvPr>
                <p14:cNvContentPartPr/>
                <p14:nvPr/>
              </p14:nvContentPartPr>
              <p14:xfrm>
                <a:off x="9180000" y="4042156"/>
                <a:ext cx="63360" cy="14544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7E373C25-2EF1-E2E1-471E-43BBEDF01CD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171000" y="4033516"/>
                  <a:ext cx="81000" cy="1630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D8D551B-5E95-2DA4-E2AA-421763A679C4}"/>
              </a:ext>
            </a:extLst>
          </p:cNvPr>
          <p:cNvSpPr txBox="1"/>
          <p:nvPr/>
        </p:nvSpPr>
        <p:spPr>
          <a:xfrm>
            <a:off x="7102432" y="3260757"/>
            <a:ext cx="45198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 적분 계산은 컴퓨터로 계산 불가능</a:t>
            </a:r>
            <a:endParaRPr lang="en-US" altLang="ko-KR" dirty="0"/>
          </a:p>
          <a:p>
            <a:r>
              <a:rPr lang="en-US" altLang="ko-KR" dirty="0"/>
              <a:t> Z</a:t>
            </a:r>
            <a:r>
              <a:rPr lang="ko-KR" altLang="en-US" dirty="0"/>
              <a:t>가 연속적인 숫자일때는 </a:t>
            </a:r>
            <a:r>
              <a:rPr lang="ko-KR" altLang="en-US" dirty="0" err="1"/>
              <a:t>적분식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318659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1DF56-DFE0-C53B-302A-63102C1C5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38CD608-450C-A48A-7B66-24786D1FE1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011653" cy="6808993"/>
          </a:xfrm>
        </p:spPr>
      </p:pic>
    </p:spTree>
    <p:extLst>
      <p:ext uri="{BB962C8B-B14F-4D97-AF65-F5344CB8AC3E}">
        <p14:creationId xmlns:p14="http://schemas.microsoft.com/office/powerpoint/2010/main" val="35509187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87F74D-4C25-F885-4FCD-0DFED6347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2C658B5-74FC-1483-EE77-E606057E7C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265695" cy="68580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0165F73-2B42-F0A6-4C1C-6F3C2F724496}"/>
              </a:ext>
            </a:extLst>
          </p:cNvPr>
          <p:cNvSpPr txBox="1"/>
          <p:nvPr/>
        </p:nvSpPr>
        <p:spPr>
          <a:xfrm>
            <a:off x="7672137" y="2640138"/>
            <a:ext cx="427522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문제 해결을 위한 첫번째 시도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-&gt;</a:t>
            </a:r>
            <a:r>
              <a:rPr lang="ko-KR" altLang="en-US" dirty="0"/>
              <a:t>무작위로 </a:t>
            </a:r>
            <a:r>
              <a:rPr lang="en-US" altLang="ko-KR" dirty="0"/>
              <a:t>Z</a:t>
            </a:r>
            <a:r>
              <a:rPr lang="ko-KR" altLang="en-US" dirty="0"/>
              <a:t>를 뽑아서 평균을 내보는 </a:t>
            </a:r>
            <a:r>
              <a:rPr lang="ko-KR" altLang="en-US" dirty="0" err="1">
                <a:solidFill>
                  <a:srgbClr val="FF0000"/>
                </a:solidFill>
              </a:rPr>
              <a:t>나이브</a:t>
            </a:r>
            <a:r>
              <a:rPr lang="ko-KR" altLang="en-US" dirty="0">
                <a:solidFill>
                  <a:srgbClr val="FF0000"/>
                </a:solidFill>
              </a:rPr>
              <a:t> 몬테카를로</a:t>
            </a:r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/>
          </a:p>
          <a:p>
            <a:r>
              <a:rPr lang="en-US" altLang="ko-KR" dirty="0"/>
              <a:t>-&gt;</a:t>
            </a:r>
            <a:r>
              <a:rPr lang="ko-KR" altLang="en-US" dirty="0"/>
              <a:t> 대부분의 </a:t>
            </a:r>
            <a:r>
              <a:rPr lang="en-US" altLang="ko-KR" dirty="0">
                <a:solidFill>
                  <a:srgbClr val="FF0000"/>
                </a:solidFill>
              </a:rPr>
              <a:t>Z</a:t>
            </a:r>
            <a:r>
              <a:rPr lang="ko-KR" altLang="en-US" dirty="0">
                <a:solidFill>
                  <a:srgbClr val="FF0000"/>
                </a:solidFill>
              </a:rPr>
              <a:t>는 무의미한 결과만 도출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265922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B828A2-F5B1-E064-B808-DD4D0522D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FB73162-F3B7-4EDA-32D6-1D7C01BC02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482264" cy="68580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7A1BD23-56CB-BC83-52EC-10FDF2453E61}"/>
              </a:ext>
            </a:extLst>
          </p:cNvPr>
          <p:cNvSpPr txBox="1"/>
          <p:nvPr/>
        </p:nvSpPr>
        <p:spPr>
          <a:xfrm>
            <a:off x="8081211" y="2170209"/>
            <a:ext cx="327258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문제 해결 두번째 시도</a:t>
            </a:r>
            <a:endParaRPr lang="en-US" altLang="ko-KR" dirty="0"/>
          </a:p>
          <a:p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-&gt;</a:t>
            </a:r>
            <a:r>
              <a:rPr lang="ko-KR" altLang="en-US" dirty="0">
                <a:solidFill>
                  <a:srgbClr val="FF0000"/>
                </a:solidFill>
              </a:rPr>
              <a:t>중요한 </a:t>
            </a:r>
            <a:r>
              <a:rPr lang="en-US" altLang="ko-KR" dirty="0">
                <a:solidFill>
                  <a:srgbClr val="FF0000"/>
                </a:solidFill>
              </a:rPr>
              <a:t>Z</a:t>
            </a:r>
            <a:r>
              <a:rPr lang="ko-KR" altLang="en-US">
                <a:solidFill>
                  <a:srgbClr val="FF0000"/>
                </a:solidFill>
              </a:rPr>
              <a:t>만 골라서 뽑고 평균 내자</a:t>
            </a:r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-&gt;</a:t>
            </a:r>
            <a:r>
              <a:rPr lang="ko-KR" altLang="en-US" dirty="0">
                <a:solidFill>
                  <a:srgbClr val="FF0000"/>
                </a:solidFill>
              </a:rPr>
              <a:t>중요도 샘플링</a:t>
            </a:r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-&gt;</a:t>
            </a:r>
            <a:r>
              <a:rPr lang="ko-KR" altLang="en-US" dirty="0" err="1">
                <a:solidFill>
                  <a:srgbClr val="FF0000"/>
                </a:solidFill>
              </a:rPr>
              <a:t>이것만으로는</a:t>
            </a:r>
            <a:r>
              <a:rPr lang="ko-KR" altLang="en-US" dirty="0">
                <a:solidFill>
                  <a:srgbClr val="FF0000"/>
                </a:solidFill>
              </a:rPr>
              <a:t> 로그 확률을 정확히 계산하기 </a:t>
            </a:r>
            <a:r>
              <a:rPr lang="ko-KR" altLang="en-US" dirty="0" err="1">
                <a:solidFill>
                  <a:srgbClr val="FF0000"/>
                </a:solidFill>
              </a:rPr>
              <a:t>힘듬</a:t>
            </a:r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22130AF5-E1AB-8496-89B0-3C21AFF401FA}"/>
                  </a:ext>
                </a:extLst>
              </p14:cNvPr>
              <p14:cNvContentPartPr/>
              <p14:nvPr/>
            </p14:nvContentPartPr>
            <p14:xfrm>
              <a:off x="5121920" y="6343050"/>
              <a:ext cx="283680" cy="37584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22130AF5-E1AB-8496-89B0-3C21AFF401F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13280" y="6334410"/>
                <a:ext cx="301320" cy="39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427607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19A289-3C80-138D-DC25-602B6E6DA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0875A2E-0A9A-E809-8699-59A6911171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628021" cy="68580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CB02F6C-1E9F-E9E9-2B63-C752D91A0675}"/>
              </a:ext>
            </a:extLst>
          </p:cNvPr>
          <p:cNvSpPr txBox="1"/>
          <p:nvPr/>
        </p:nvSpPr>
        <p:spPr>
          <a:xfrm>
            <a:off x="7628021" y="4427622"/>
            <a:ext cx="381401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문제해결 세번째 시도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>
                <a:solidFill>
                  <a:srgbClr val="FF0000"/>
                </a:solidFill>
              </a:rPr>
              <a:t>-&gt;</a:t>
            </a:r>
            <a:r>
              <a:rPr lang="ko-KR" altLang="en-US" dirty="0" err="1">
                <a:solidFill>
                  <a:srgbClr val="FF0000"/>
                </a:solidFill>
              </a:rPr>
              <a:t>젠슨의</a:t>
            </a:r>
            <a:r>
              <a:rPr lang="ko-KR" altLang="en-US" dirty="0">
                <a:solidFill>
                  <a:srgbClr val="FF0000"/>
                </a:solidFill>
              </a:rPr>
              <a:t> 부등식 사용</a:t>
            </a:r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-&gt; </a:t>
            </a:r>
            <a:r>
              <a:rPr lang="ko-KR" altLang="en-US" dirty="0">
                <a:solidFill>
                  <a:srgbClr val="FF0000"/>
                </a:solidFill>
              </a:rPr>
              <a:t>로그 함수는 위로 볼록</a:t>
            </a:r>
            <a:r>
              <a:rPr lang="en-US" altLang="ko-KR" dirty="0">
                <a:solidFill>
                  <a:srgbClr val="FF0000"/>
                </a:solidFill>
              </a:rPr>
              <a:t>(concave) </a:t>
            </a:r>
            <a:r>
              <a:rPr lang="ko-KR" altLang="en-US" dirty="0">
                <a:solidFill>
                  <a:srgbClr val="FF0000"/>
                </a:solidFill>
              </a:rPr>
              <a:t>하다는 성질을 이용</a:t>
            </a:r>
          </a:p>
        </p:txBody>
      </p:sp>
      <p:pic>
        <p:nvPicPr>
          <p:cNvPr id="16" name="그림 15" descr="텍스트, 도표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166C841-CA90-2ED8-B7D3-714BF9BF6D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447" y="1077828"/>
            <a:ext cx="3829353" cy="27051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7" name="잉크 16">
                <a:extLst>
                  <a:ext uri="{FF2B5EF4-FFF2-40B4-BE49-F238E27FC236}">
                    <a16:creationId xmlns:a16="http://schemas.microsoft.com/office/drawing/2014/main" id="{C01630AA-F685-4B3F-0353-3F13DCA28B13}"/>
                  </a:ext>
                </a:extLst>
              </p14:cNvPr>
              <p14:cNvContentPartPr/>
              <p14:nvPr/>
            </p14:nvContentPartPr>
            <p14:xfrm>
              <a:off x="3187640" y="2814330"/>
              <a:ext cx="4198320" cy="56520"/>
            </p14:xfrm>
          </p:contentPart>
        </mc:Choice>
        <mc:Fallback xmlns="">
          <p:pic>
            <p:nvPicPr>
              <p:cNvPr id="17" name="잉크 16">
                <a:extLst>
                  <a:ext uri="{FF2B5EF4-FFF2-40B4-BE49-F238E27FC236}">
                    <a16:creationId xmlns:a16="http://schemas.microsoft.com/office/drawing/2014/main" id="{C01630AA-F685-4B3F-0353-3F13DCA28B1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78640" y="2805330"/>
                <a:ext cx="421596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0" name="잉크 19">
                <a:extLst>
                  <a:ext uri="{FF2B5EF4-FFF2-40B4-BE49-F238E27FC236}">
                    <a16:creationId xmlns:a16="http://schemas.microsoft.com/office/drawing/2014/main" id="{6692A831-71C1-16E9-CB20-9E990DDAF42D}"/>
                  </a:ext>
                </a:extLst>
              </p14:cNvPr>
              <p14:cNvContentPartPr/>
              <p14:nvPr/>
            </p14:nvContentPartPr>
            <p14:xfrm>
              <a:off x="1371440" y="4101690"/>
              <a:ext cx="5067000" cy="115200"/>
            </p14:xfrm>
          </p:contentPart>
        </mc:Choice>
        <mc:Fallback xmlns="">
          <p:pic>
            <p:nvPicPr>
              <p:cNvPr id="20" name="잉크 19">
                <a:extLst>
                  <a:ext uri="{FF2B5EF4-FFF2-40B4-BE49-F238E27FC236}">
                    <a16:creationId xmlns:a16="http://schemas.microsoft.com/office/drawing/2014/main" id="{6692A831-71C1-16E9-CB20-9E990DDAF42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62800" y="4093050"/>
                <a:ext cx="5084640" cy="132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그룹 25">
            <a:extLst>
              <a:ext uri="{FF2B5EF4-FFF2-40B4-BE49-F238E27FC236}">
                <a16:creationId xmlns:a16="http://schemas.microsoft.com/office/drawing/2014/main" id="{767F6706-0599-0E95-14FD-E38015FFAE8B}"/>
              </a:ext>
            </a:extLst>
          </p:cNvPr>
          <p:cNvGrpSpPr/>
          <p:nvPr/>
        </p:nvGrpSpPr>
        <p:grpSpPr>
          <a:xfrm>
            <a:off x="6571640" y="2679690"/>
            <a:ext cx="2128680" cy="1313640"/>
            <a:chOff x="6571640" y="2679690"/>
            <a:chExt cx="2128680" cy="131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E86CCCFB-C3B1-D958-6BE9-7DE13B1078BC}"/>
                    </a:ext>
                  </a:extLst>
                </p14:cNvPr>
                <p14:cNvContentPartPr/>
                <p14:nvPr/>
              </p14:nvContentPartPr>
              <p14:xfrm>
                <a:off x="6571640" y="2679690"/>
                <a:ext cx="1023120" cy="131364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E86CCCFB-C3B1-D958-6BE9-7DE13B1078B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563000" y="2671050"/>
                  <a:ext cx="1040760" cy="133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B48FF4C0-6C29-B3CD-0DE4-5B20AC6CEF83}"/>
                    </a:ext>
                  </a:extLst>
                </p14:cNvPr>
                <p14:cNvContentPartPr/>
                <p14:nvPr/>
              </p14:nvContentPartPr>
              <p14:xfrm>
                <a:off x="7562720" y="3074610"/>
                <a:ext cx="1137600" cy="12600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B48FF4C0-6C29-B3CD-0DE4-5B20AC6CEF8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554080" y="3065610"/>
                  <a:ext cx="115524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C6E93758-FFAF-D132-C088-AF03B392230B}"/>
                    </a:ext>
                  </a:extLst>
                </p14:cNvPr>
                <p14:cNvContentPartPr/>
                <p14:nvPr/>
              </p14:nvContentPartPr>
              <p14:xfrm>
                <a:off x="7581440" y="3092250"/>
                <a:ext cx="102240" cy="94680"/>
              </p14:xfrm>
            </p:contentPart>
          </mc:Choice>
          <mc:Fallback xmlns=""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C6E93758-FFAF-D132-C088-AF03B392230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572440" y="3083610"/>
                  <a:ext cx="11988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8C074E9C-4C8B-9725-0D88-01AA5C190B8C}"/>
                    </a:ext>
                  </a:extLst>
                </p14:cNvPr>
                <p14:cNvContentPartPr/>
                <p14:nvPr/>
              </p14:nvContentPartPr>
              <p14:xfrm>
                <a:off x="7575320" y="3187650"/>
                <a:ext cx="105120" cy="47520"/>
              </p14:xfrm>
            </p:contentPart>
          </mc:Choice>
          <mc:Fallback xmlns=""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8C074E9C-4C8B-9725-0D88-01AA5C190B8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566320" y="3178650"/>
                  <a:ext cx="122760" cy="6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492C899E-0D3A-A3FB-996D-7AF93D04A7CA}"/>
              </a:ext>
            </a:extLst>
          </p:cNvPr>
          <p:cNvGrpSpPr/>
          <p:nvPr/>
        </p:nvGrpSpPr>
        <p:grpSpPr>
          <a:xfrm>
            <a:off x="8591600" y="3022050"/>
            <a:ext cx="171720" cy="160920"/>
            <a:chOff x="8591600" y="3022050"/>
            <a:chExt cx="171720" cy="16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D05C6221-7C20-426E-A8DD-59489396B8B4}"/>
                    </a:ext>
                  </a:extLst>
                </p14:cNvPr>
                <p14:cNvContentPartPr/>
                <p14:nvPr/>
              </p14:nvContentPartPr>
              <p14:xfrm>
                <a:off x="8591600" y="3022050"/>
                <a:ext cx="167040" cy="30240"/>
              </p14:xfrm>
            </p:contentPart>
          </mc:Choice>
          <mc:Fallback xmlns=""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D05C6221-7C20-426E-A8DD-59489396B8B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582600" y="3013410"/>
                  <a:ext cx="18468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3B7CF4CC-29E3-947E-7075-69001BAD7E0F}"/>
                    </a:ext>
                  </a:extLst>
                </p14:cNvPr>
                <p14:cNvContentPartPr/>
                <p14:nvPr/>
              </p14:nvContentPartPr>
              <p14:xfrm>
                <a:off x="8687720" y="3060570"/>
                <a:ext cx="75600" cy="122400"/>
              </p14:xfrm>
            </p:contentPart>
          </mc:Choice>
          <mc:Fallback xmlns=""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3B7CF4CC-29E3-947E-7075-69001BAD7E0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678720" y="3051570"/>
                  <a:ext cx="93240" cy="140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F44FF96D-41ED-28F3-4C30-3FE1A3A9D7EC}"/>
                  </a:ext>
                </a:extLst>
              </p14:cNvPr>
              <p14:cNvContentPartPr/>
              <p14:nvPr/>
            </p14:nvContentPartPr>
            <p14:xfrm>
              <a:off x="4127240" y="5301930"/>
              <a:ext cx="360" cy="360"/>
            </p14:xfrm>
          </p:contentPart>
        </mc:Choice>
        <mc:Fallback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F44FF96D-41ED-28F3-4C30-3FE1A3A9D7E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091600" y="5266290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C65831F1-95E3-6E39-C0A7-BCCAF7C64939}"/>
                  </a:ext>
                </a:extLst>
              </p14:cNvPr>
              <p14:cNvContentPartPr/>
              <p14:nvPr/>
            </p14:nvContentPartPr>
            <p14:xfrm>
              <a:off x="4120760" y="4832130"/>
              <a:ext cx="360" cy="360"/>
            </p14:xfrm>
          </p:contentPart>
        </mc:Choice>
        <mc:Fallback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C65831F1-95E3-6E39-C0A7-BCCAF7C6493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085120" y="4796130"/>
                <a:ext cx="72000" cy="7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554793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4551B3-AE16-D50A-E255-588B3DF65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내용 개체 틀 6" descr="텍스트, 폰트, 스크린샷, 친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162A768-17CC-F978-776B-1945A280F8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378957" cy="68580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4FE7AE6-A6E3-37B2-F76F-4966CB2C4C10}"/>
              </a:ext>
            </a:extLst>
          </p:cNvPr>
          <p:cNvSpPr txBox="1"/>
          <p:nvPr/>
        </p:nvSpPr>
        <p:spPr>
          <a:xfrm>
            <a:off x="7964905" y="5123848"/>
            <a:ext cx="41268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젠슨의</a:t>
            </a:r>
            <a:r>
              <a:rPr lang="ko-KR" altLang="en-US" dirty="0"/>
              <a:t> 부등식을 통해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>
                <a:solidFill>
                  <a:srgbClr val="FF0000"/>
                </a:solidFill>
              </a:rPr>
              <a:t>-&gt;</a:t>
            </a:r>
            <a:r>
              <a:rPr lang="ko-KR" altLang="en-US" dirty="0">
                <a:solidFill>
                  <a:srgbClr val="FF0000"/>
                </a:solidFill>
              </a:rPr>
              <a:t>우리가 직접 계산할 수 있는 </a:t>
            </a:r>
            <a:r>
              <a:rPr lang="ko-KR" altLang="en-US" dirty="0" err="1">
                <a:solidFill>
                  <a:srgbClr val="FF0000"/>
                </a:solidFill>
              </a:rPr>
              <a:t>하한값</a:t>
            </a:r>
            <a:r>
              <a:rPr lang="en-US" altLang="ko-KR" dirty="0">
                <a:solidFill>
                  <a:srgbClr val="FF0000"/>
                </a:solidFill>
              </a:rPr>
              <a:t>, ELBO</a:t>
            </a:r>
            <a:r>
              <a:rPr lang="ko-KR" altLang="en-US" dirty="0">
                <a:solidFill>
                  <a:srgbClr val="FF0000"/>
                </a:solidFill>
              </a:rPr>
              <a:t>를 </a:t>
            </a:r>
            <a:r>
              <a:rPr lang="ko-KR" altLang="en-US" dirty="0" err="1">
                <a:solidFill>
                  <a:srgbClr val="FF0000"/>
                </a:solidFill>
              </a:rPr>
              <a:t>얻게됨</a:t>
            </a:r>
            <a:endParaRPr lang="ko-KR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45BA0DB2-5F2E-7FF3-8382-48B8D90474F8}"/>
                  </a:ext>
                </a:extLst>
              </p14:cNvPr>
              <p14:cNvContentPartPr/>
              <p14:nvPr/>
            </p14:nvContentPartPr>
            <p14:xfrm>
              <a:off x="5041640" y="6190770"/>
              <a:ext cx="2685600" cy="7056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45BA0DB2-5F2E-7FF3-8382-48B8D90474F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33000" y="6181770"/>
                <a:ext cx="2703240" cy="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D530522A-7309-D76E-A2D8-CB763AAA9232}"/>
                  </a:ext>
                </a:extLst>
              </p14:cNvPr>
              <p14:cNvContentPartPr/>
              <p14:nvPr/>
            </p14:nvContentPartPr>
            <p14:xfrm>
              <a:off x="4787120" y="5493090"/>
              <a:ext cx="383760" cy="469800"/>
            </p14:xfrm>
          </p:contentPart>
        </mc:Choice>
        <mc:Fallback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D530522A-7309-D76E-A2D8-CB763AAA923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78480" y="5484090"/>
                <a:ext cx="401400" cy="487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260252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05A3ED-CEF9-B347-0562-D23950191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EE9F231-F08A-6A91-B508-ED959D0D08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8373979" cy="6858001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436E0A2-F102-98C0-3D9B-06591BA2E4EC}"/>
              </a:ext>
            </a:extLst>
          </p:cNvPr>
          <p:cNvSpPr txBox="1"/>
          <p:nvPr/>
        </p:nvSpPr>
        <p:spPr>
          <a:xfrm>
            <a:off x="7567863" y="1958772"/>
            <a:ext cx="40426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ELBO</a:t>
            </a:r>
            <a:r>
              <a:rPr lang="ko-KR" altLang="en-US" dirty="0">
                <a:solidFill>
                  <a:srgbClr val="FF0000"/>
                </a:solidFill>
              </a:rPr>
              <a:t>는  </a:t>
            </a:r>
            <a:r>
              <a:rPr lang="en-US" altLang="ko-KR" dirty="0">
                <a:solidFill>
                  <a:srgbClr val="FF0000"/>
                </a:solidFill>
              </a:rPr>
              <a:t>‘</a:t>
            </a:r>
            <a:r>
              <a:rPr lang="ko-KR" altLang="en-US" dirty="0">
                <a:solidFill>
                  <a:srgbClr val="FF0000"/>
                </a:solidFill>
              </a:rPr>
              <a:t>우리가 예측한 분포</a:t>
            </a:r>
            <a:r>
              <a:rPr lang="en-US" altLang="ko-KR" dirty="0">
                <a:solidFill>
                  <a:srgbClr val="FF0000"/>
                </a:solidFill>
              </a:rPr>
              <a:t>(q)’ </a:t>
            </a:r>
            <a:r>
              <a:rPr lang="ko-KR" altLang="en-US" dirty="0">
                <a:solidFill>
                  <a:srgbClr val="FF0000"/>
                </a:solidFill>
              </a:rPr>
              <a:t>와 </a:t>
            </a:r>
            <a:r>
              <a:rPr lang="en-US" altLang="ko-KR" dirty="0">
                <a:solidFill>
                  <a:srgbClr val="FF0000"/>
                </a:solidFill>
              </a:rPr>
              <a:t>‘</a:t>
            </a:r>
            <a:r>
              <a:rPr lang="ko-KR" altLang="en-US" dirty="0">
                <a:solidFill>
                  <a:srgbClr val="FF0000"/>
                </a:solidFill>
              </a:rPr>
              <a:t>실제 정답 분포</a:t>
            </a:r>
            <a:r>
              <a:rPr lang="en-US" altLang="ko-KR" dirty="0">
                <a:solidFill>
                  <a:srgbClr val="FF0000"/>
                </a:solidFill>
              </a:rPr>
              <a:t>(p)’</a:t>
            </a:r>
            <a:r>
              <a:rPr lang="ko-KR" altLang="en-US" dirty="0">
                <a:solidFill>
                  <a:srgbClr val="FF0000"/>
                </a:solidFill>
              </a:rPr>
              <a:t> 사이의 관계</a:t>
            </a:r>
            <a:r>
              <a:rPr lang="ko-KR" altLang="en-US" dirty="0"/>
              <a:t>를 보여줌</a:t>
            </a:r>
            <a:r>
              <a:rPr lang="en-US" altLang="ko-KR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66D7C1-5F1E-DFF5-9028-C0968EDFBFFF}"/>
              </a:ext>
            </a:extLst>
          </p:cNvPr>
          <p:cNvSpPr txBox="1"/>
          <p:nvPr/>
        </p:nvSpPr>
        <p:spPr>
          <a:xfrm>
            <a:off x="7471611" y="3693695"/>
            <a:ext cx="42952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만약 </a:t>
            </a:r>
            <a:r>
              <a:rPr lang="en-US" altLang="ko-KR" dirty="0"/>
              <a:t>q</a:t>
            </a:r>
            <a:r>
              <a:rPr lang="ko-KR" altLang="en-US" dirty="0"/>
              <a:t>를 실제 분포와 똑같이 맞추면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en-US" altLang="ko-KR" dirty="0">
                <a:solidFill>
                  <a:srgbClr val="FF0000"/>
                </a:solidFill>
              </a:rPr>
              <a:t>-&gt;ELBO</a:t>
            </a:r>
            <a:r>
              <a:rPr lang="ko-KR" altLang="en-US" dirty="0">
                <a:solidFill>
                  <a:srgbClr val="FF0000"/>
                </a:solidFill>
              </a:rPr>
              <a:t>는 실제 로그 확률과 일치</a:t>
            </a:r>
            <a:endParaRPr lang="en-US" altLang="ko-KR" dirty="0">
              <a:solidFill>
                <a:srgbClr val="FF0000"/>
              </a:solidFill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1B4950A5-FA17-417F-16FE-0DF0668F30A7}"/>
              </a:ext>
            </a:extLst>
          </p:cNvPr>
          <p:cNvGrpSpPr/>
          <p:nvPr/>
        </p:nvGrpSpPr>
        <p:grpSpPr>
          <a:xfrm>
            <a:off x="5338280" y="2837370"/>
            <a:ext cx="2143800" cy="1823760"/>
            <a:chOff x="5338280" y="2837370"/>
            <a:chExt cx="2143800" cy="182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92790F5D-3F54-AEE1-BC81-16D58975255B}"/>
                    </a:ext>
                  </a:extLst>
                </p14:cNvPr>
                <p14:cNvContentPartPr/>
                <p14:nvPr/>
              </p14:nvContentPartPr>
              <p14:xfrm>
                <a:off x="5338280" y="2837370"/>
                <a:ext cx="2143800" cy="1291680"/>
              </p14:xfrm>
            </p:contentPart>
          </mc:Choice>
          <mc:Fallback xmlns=""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92790F5D-3F54-AEE1-BC81-16D58975255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329280" y="2828730"/>
                  <a:ext cx="2161440" cy="130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D6BE08FB-061E-E8F9-A3F4-1D6282859C11}"/>
                    </a:ext>
                  </a:extLst>
                </p14:cNvPr>
                <p14:cNvContentPartPr/>
                <p14:nvPr/>
              </p14:nvContentPartPr>
              <p14:xfrm>
                <a:off x="5651480" y="4635210"/>
                <a:ext cx="418680" cy="2592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D6BE08FB-061E-E8F9-A3F4-1D6282859C1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642480" y="4626210"/>
                  <a:ext cx="4363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7E1DFB14-9254-7619-09C8-C7384F812D09}"/>
                    </a:ext>
                  </a:extLst>
                </p14:cNvPr>
                <p14:cNvContentPartPr/>
                <p14:nvPr/>
              </p14:nvContentPartPr>
              <p14:xfrm>
                <a:off x="6122000" y="4152810"/>
                <a:ext cx="229320" cy="33696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7E1DFB14-9254-7619-09C8-C7384F812D0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113000" y="4143810"/>
                  <a:ext cx="24696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EF01195B-915B-E176-C217-AD9C62FF65A3}"/>
                    </a:ext>
                  </a:extLst>
                </p14:cNvPr>
                <p14:cNvContentPartPr/>
                <p14:nvPr/>
              </p14:nvContentPartPr>
              <p14:xfrm>
                <a:off x="6125960" y="4387530"/>
                <a:ext cx="39960" cy="9324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EF01195B-915B-E176-C217-AD9C62FF65A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117320" y="4378890"/>
                  <a:ext cx="576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379FB565-AC58-3A74-FDDC-55996CDCD49F}"/>
                    </a:ext>
                  </a:extLst>
                </p14:cNvPr>
                <p14:cNvContentPartPr/>
                <p14:nvPr/>
              </p14:nvContentPartPr>
              <p14:xfrm>
                <a:off x="6121280" y="4482930"/>
                <a:ext cx="44640" cy="9504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379FB565-AC58-3A74-FDDC-55996CDCD49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112640" y="4473930"/>
                  <a:ext cx="62280" cy="11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6B05FF8C-D334-481D-E84B-8718A72F92AA}"/>
              </a:ext>
            </a:extLst>
          </p:cNvPr>
          <p:cNvGrpSpPr/>
          <p:nvPr/>
        </p:nvGrpSpPr>
        <p:grpSpPr>
          <a:xfrm>
            <a:off x="4148640" y="1972516"/>
            <a:ext cx="1764000" cy="772200"/>
            <a:chOff x="4148640" y="1972516"/>
            <a:chExt cx="1764000" cy="77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73E41674-C4FC-345C-9D47-BEFE422B279E}"/>
                    </a:ext>
                  </a:extLst>
                </p14:cNvPr>
                <p14:cNvContentPartPr/>
                <p14:nvPr/>
              </p14:nvContentPartPr>
              <p14:xfrm>
                <a:off x="4148640" y="1972516"/>
                <a:ext cx="1605600" cy="77220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73E41674-C4FC-345C-9D47-BEFE422B279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139640" y="1963876"/>
                  <a:ext cx="1623240" cy="78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BFBE94BE-2CAB-2070-DB59-06CE09961C38}"/>
                    </a:ext>
                  </a:extLst>
                </p14:cNvPr>
                <p14:cNvContentPartPr/>
                <p14:nvPr/>
              </p14:nvContentPartPr>
              <p14:xfrm>
                <a:off x="5787000" y="2369596"/>
                <a:ext cx="95760" cy="35064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BFBE94BE-2CAB-2070-DB59-06CE09961C3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778000" y="2360956"/>
                  <a:ext cx="11340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6D6EB4C8-3C69-430D-DE6B-0997D5BC5A05}"/>
                    </a:ext>
                  </a:extLst>
                </p14:cNvPr>
                <p14:cNvContentPartPr/>
                <p14:nvPr/>
              </p14:nvContentPartPr>
              <p14:xfrm>
                <a:off x="5786640" y="2610796"/>
                <a:ext cx="126000" cy="9720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6D6EB4C8-3C69-430D-DE6B-0997D5BC5A0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777640" y="2601796"/>
                  <a:ext cx="143640" cy="11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6" name="잉크 15">
                <a:extLst>
                  <a:ext uri="{FF2B5EF4-FFF2-40B4-BE49-F238E27FC236}">
                    <a16:creationId xmlns:a16="http://schemas.microsoft.com/office/drawing/2014/main" id="{2CCE183F-A4E8-EA2C-F1ED-21FC295979E6}"/>
                  </a:ext>
                </a:extLst>
              </p14:cNvPr>
              <p14:cNvContentPartPr/>
              <p14:nvPr/>
            </p14:nvContentPartPr>
            <p14:xfrm>
              <a:off x="3272760" y="3645436"/>
              <a:ext cx="1875600" cy="96480"/>
            </p14:xfrm>
          </p:contentPart>
        </mc:Choice>
        <mc:Fallback>
          <p:pic>
            <p:nvPicPr>
              <p:cNvPr id="16" name="잉크 15">
                <a:extLst>
                  <a:ext uri="{FF2B5EF4-FFF2-40B4-BE49-F238E27FC236}">
                    <a16:creationId xmlns:a16="http://schemas.microsoft.com/office/drawing/2014/main" id="{2CCE183F-A4E8-EA2C-F1ED-21FC295979E6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263760" y="3636796"/>
                <a:ext cx="189324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7" name="잉크 16">
                <a:extLst>
                  <a:ext uri="{FF2B5EF4-FFF2-40B4-BE49-F238E27FC236}">
                    <a16:creationId xmlns:a16="http://schemas.microsoft.com/office/drawing/2014/main" id="{F62A736E-A05D-98FF-81AA-512A9703A615}"/>
                  </a:ext>
                </a:extLst>
              </p14:cNvPr>
              <p14:cNvContentPartPr/>
              <p14:nvPr/>
            </p14:nvContentPartPr>
            <p14:xfrm>
              <a:off x="3320280" y="4896076"/>
              <a:ext cx="1779840" cy="60840"/>
            </p14:xfrm>
          </p:contentPart>
        </mc:Choice>
        <mc:Fallback>
          <p:pic>
            <p:nvPicPr>
              <p:cNvPr id="17" name="잉크 16">
                <a:extLst>
                  <a:ext uri="{FF2B5EF4-FFF2-40B4-BE49-F238E27FC236}">
                    <a16:creationId xmlns:a16="http://schemas.microsoft.com/office/drawing/2014/main" id="{F62A736E-A05D-98FF-81AA-512A9703A615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311640" y="4887436"/>
                <a:ext cx="1797480" cy="78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76472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</TotalTime>
  <Words>475</Words>
  <Application>Microsoft Office PowerPoint</Application>
  <PresentationFormat>와이드스크린</PresentationFormat>
  <Paragraphs>86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4" baseType="lpstr">
      <vt:lpstr>맑은 고딕</vt:lpstr>
      <vt:lpstr>Arial</vt:lpstr>
      <vt:lpstr>Wingdings</vt:lpstr>
      <vt:lpstr>Office 테마</vt:lpstr>
      <vt:lpstr>Deep Generative Models Lecture 5 -VAEs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전승윤</dc:creator>
  <cp:lastModifiedBy>전승윤</cp:lastModifiedBy>
  <cp:revision>30</cp:revision>
  <dcterms:created xsi:type="dcterms:W3CDTF">2026-01-24T20:37:37Z</dcterms:created>
  <dcterms:modified xsi:type="dcterms:W3CDTF">2026-01-25T12:32:02Z</dcterms:modified>
</cp:coreProperties>
</file>