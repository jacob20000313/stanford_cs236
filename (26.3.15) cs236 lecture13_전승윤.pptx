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08:05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23950,'0'1189'0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08:09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339 318 24575,'-1'-3'0,"0"1"0,-1-1 0,1 0 0,-1 1 0,0-1 0,0 1 0,0-1 0,0 1 0,-1 0 0,1 0 0,-1 0 0,-3-2 0,-11-12 0,16 15 0,-25-33 0,-1 2 0,-2 1 0,-1 1 0,-1 1 0,-43-30 0,16 18-1365,41 30-5461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08:10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1 373 24575,'0'-11'0,"1"1"0,1-1 0,0 1 0,0 0 0,1-1 0,0 1 0,8-17 0,41-65 0,-28 52 0,-13 23 13,1 1 0,1 0-1,22-22 1,0 0-1429,-22 23-5410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7:47.7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22186,'1023'0'0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7:51.2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571 317 24575,'0'-4'0,"0"0"0,-1 0 0,0 0 0,1 0 0,-2 0 0,1 0 0,0 0 0,-1 0 0,0 1 0,0-1 0,0 1 0,0-1 0,0 1 0,-1 0 0,0-1 0,1 1 0,-1 1 0,0-1 0,-1 0 0,1 1 0,0-1 0,-5-1 0,-11-6 0,1 1 0,-1 0 0,-28-7 0,-17-8 0,-81-41 0,110 50-116,-1 1-300,2-2-1,-53-31 1,70 36-6410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7:52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517 1 24575,'-6'0'0,"1"1"0,0 0 0,0 0 0,0 1 0,0-1 0,0 1 0,1 0 0,-1 0 0,0 1 0,1 0 0,0-1 0,-5 5 0,-51 47 0,38-33 0,-32 39 0,42-45 0,-1 0 0,-25 22 0,23-24 0,1 1 0,-17 22 0,21-23 0,-1 0 0,-1-1 0,1-1 0,-16 12 0,6-9-341,2 0 0,0 2-1,-29 30 1,36-30-6485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9:40.73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24575,'3'4'0,"-1"0"0,1 0 0,0 0 0,0 0 0,0-1 0,1 0 0,-1 0 0,1 0 0,0 0 0,0 0 0,-1-1 0,9 4 0,7 7 0,9 14 0,-1 0 0,43 57 0,9 10 0,-9-22 0,-16-19 0,85 113 0,-122-143 0,0 0 0,1-2 0,2 0 0,0-1 0,1 0 0,1-2 0,37 24 0,164 105 0,-165-105 0,52 32 0,-50-35 0,65 53 0,-41-3 0,38 22 0,-107-95 0,0 1 0,-1 1 0,-1 0 0,-1 1 0,13 26 0,62 164 0,-76-181 0,-2 1 0,-2 0 0,9 55 0,-9-43 0,12 43 0,0-17 0,-11-33 0,3 0 0,14 32 0,-13-33 0,-1 0 0,-2 1 0,-1 1 0,-2-1 0,4 55 0,-9-74 0,14 70 0,-10-58 0,0 1 0,1 31 0,-8 115 0,4 81 0,14-153 0,-9-67 0,3 60 0,-9 358 0,-2-214 0,-2-201 0,0 0 0,-13 48 0,4-18 0,10-55 0,0 0 0,0 0 0,-1 0 0,-1-1 0,0 1 0,-1-1 0,0 0 0,-1 0 0,0-1 0,-1 1 0,-14 17 0,-67 67 0,-130 130 0,95-117 0,111-95 0,-1 0 0,2 2 0,0-1 0,-18 34 0,-7 11 0,17-32 0,2 1 0,0 1 0,2 1 0,2 0 0,0 0 0,-11 50 0,-4 24 0,18-70 0,1 0 0,1 0 0,-3 49 0,8-50 0,-10 43 0,7-47 0,-5 61 0,11-64 0,1-1 0,1 1 0,1 0 0,2-1 0,0 0 0,2 0 0,16 41 0,4 13 0,32 150 0,-40-181 0,-4-15 0,-68-86 0,-168-174 0,188 193 0,-23-11 0,45 37 0,0-1 0,1 0 0,0 0 0,0-1 0,-13-17 0,3 2 0,-36-35 0,11 13 0,25 26-1365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9:41.3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0 663 24575,'3'0'0,"-1"0"0,1-1 0,-1 0 0,0 0 0,1 1 0,-1-1 0,0-1 0,0 1 0,0 0 0,0 0 0,0-1 0,0 1 0,0-1 0,0 0 0,-1 0 0,1 1 0,1-4 0,28-41 0,-23 32 0,123-156 0,-99 132 0,3 3 0,1 0 0,2 3 0,1 1 0,75-45 0,-63 44-102,-21 15-150,-1-2-1,-1-1 0,0-1 1,31-31-1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9:44.6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1656 5310 24575,'-6'-2'0,"-1"0"0,1 0 0,0-1 0,-1 0 0,1 0 0,1-1 0,-1 1 0,0-1 0,1 0 0,0-1 0,-8-8 0,0-2 0,-1 1 0,0 0 0,0 2 0,-2-1 0,1 2 0,-30-17 0,-46-28 0,64 38 0,-48-25 0,-64-32 0,-21-8 0,129 67 0,1 0 0,-35-25 0,34 20 0,-57-28 0,61 34 0,1-1 0,1-2 0,0 0 0,1-2 0,1 0 0,-29-34 0,40 40 0,2 0 0,0-1 0,1 0 0,0-1 0,1 0 0,1 0 0,-7-24 0,-21-43 0,-79-188 0,87 207 0,-68-114 0,81 157 0,-33-38 0,37 49 0,1 0 0,0 0 0,1-1 0,0 0 0,1-1 0,0 0 0,1 0 0,0 0 0,1-1 0,0 0 0,-5-23 0,5-27 0,3 0 0,10-106 0,-4 147 0,0 0 0,2 0 0,1 1 0,0 0 0,2 0 0,0 1 0,1 0 0,1 0 0,19-23 0,15-36 0,-32 55 0,1 0 0,1 0 0,18-22 0,-22 33 0,-2-1 0,0-1 0,-1 1 0,0-2 0,7-19 0,-9 18 0,2 0 0,0 0 0,1 1 0,14-20 0,-4 15 0,1 0 0,1 1 0,0 0 0,2 2 0,24-15 0,-11 5 0,-1-2 0,48-55 0,-34 35 0,-43 43 0,-1-1 0,1 1 0,-1-1 0,0-1 0,-1 1 0,7-18 0,16-29 0,-15 35 0,-1 0 0,-1-1 0,-1 0 0,-1 0 0,8-32 0,15-115 0,-27 67 0,-5 78 0,1-1 0,2 0 0,5-31 0,-4 44 0,1 0 0,0 1 0,1-1 0,6-10 0,-6 12 0,0 0 0,-1 0 0,0-1 0,0 1 0,-1-1 0,2-10 0,-2-10 0,-1-49 0,-3 57 0,1-1 0,1 1 0,1-1 0,7-27 0,1-3 0,-3-1 0,-2-1 0,-2 1 0,-6-86 0,0 21 0,3-408 0,1 506 0,2 1 0,0 0 0,8-30 0,-6 35 0,-2 0 0,1-1 0,-2 1 0,0-1 0,-1 1 0,-2-33 0,1 48 0,0 0 0,0-1 0,0 1 0,0-1 0,0 1 0,0-1 0,0 1 0,0-1 0,-1 1 0,1 0 0,0-1 0,0 1 0,0-1 0,-1 1 0,1 0 0,0-1 0,0 1 0,-1 0 0,1-1 0,0 1 0,-1 0 0,1-1 0,0 1 0,-1 0 0,1 0 0,-1-1 0,1 1 0,0 0 0,-1 0 0,1 0 0,-1 0 0,0-1 0,-15 8 0,-18 25 0,29-27 0,-126 150 0,88-100 0,32-42 0,-5 9 0,-2-2 0,0 0 0,-33 27 0,37-34 0,0 0 0,-17 22 0,-23 22 0,32-36 0,1 1 0,-26 35 0,-18 19 0,50-60 6,1 2-1,-16 27 1,7-11-1388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4:29:45.4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24575,'8'1'0,"0"1"0,-1-1 0,1 1 0,0 1 0,0 0 0,-1 0 0,0 0 0,0 1 0,0 0 0,0 0 0,0 1 0,-1 0 0,0 0 0,0 0 0,6 7 0,9 11 0,0 1 0,25 38 0,29 35 0,-49-67 0,-2 1 0,28 48 0,-4-10 0,-38-56 0,0 0 0,0 1 0,-1 1 0,10 21 0,58 131 0,-28-64 0,-26-59-1365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11:02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24575,'495'0'0,"-318"-19"0,599 20 0,-618-19 0,513 18 0,-495 19 0,-146-19 0,-1 3 0,40 7 0,-21-5 0,0-2 0,87-5 0,-35 0 0,-51 4 0,81 16 0,-9-2 0,-8 1 0,-74-10 0,1-2 0,51 1 0,843-7 0,-839-9 0,-32 1 0,-5 3 0,96-4 0,-68 9 0,75 3 0,-101 6 0,-34-4 0,46 1 0,652-6 0,-584 20 0,772-20 0,-711 19 0,-145-17 0,99 12 0,-93-7 0,0-3 0,74-6 0,-25 1 0,-20 4 0,99-5 0,-133-5 0,-37 4 0,-1 1 0,26 0 0,5 2 0,77-11 0,-60 6 0,0 3 0,70 6 0,-20-1 0,2053-2 0,-2149-1 0,1-1 0,-1-1 0,28-8 0,-27 5 0,0 2 0,-1 0 0,29-1 0,17 5 0,96-13 0,-100 7 0,-1 3 0,73 6 0,-24-1 0,700-2 0,-634 19 0,616-20 0,-652-18 0,26 22 0,125-5 0,-223-6 0,-29 3 0,45 0 0,-49 5 0,1-2 0,53-9 0,-43 5 0,1 3 0,89 5 0,-38 1 0,34-1 0,139-5 0,-211-5 0,-35 4 0,46-1 0,-21 5 0,-21-1 0,0 1 0,0 1 0,48 10 0,-42-5 0,0-2 0,0-2 0,1-1 0,40-5 0,12 2 0,563 2 0,-475 19 0,-138-19 0,0 2 0,45 8 0,75 8 0,-106-9 0,0-2 0,67-1 0,-102-5 0,1 1 0,0 1 0,33 9 0,-33-7 0,1-1 0,0 0 0,24 0 0,46 5 0,14 0 0,1008-9 0,-936 18 0,335-19 0,-370-17 0,-101 18 0,1-3 0,41-7 0,-34 4 0,0 3 0,88 5 0,-36 1 0,-31-3 0,108 14 0,-99-4 0,126 1 0,-162-12 0,79-11 0,-71 6 0,-1 3 0,84 5 0,-33 1 0,2845-3 0,-2768-19 0,-15 8 0,-96 4 0,-8-1 0,25-1 0,694 9 0,-636-18 0,-65 17 0,130 4 0,-146 5 0,-34-4 0,47 1 0,-21-5 0,94-14 0,-108 10 2,0 1 1,59 5-1,-27-1-1374,-55-1-5454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11:08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24575,'2700'0'0,"-2622"-10"0,-33 2 0,-6 2 0,-1 1 0,61-2 0,131-10 0,1234 17 0,-1363 11 0,-44-3 0,0 0 0,-30-4 0,48 1 0,-37-5 0,-10-2 0,-1 2 0,1 2 0,53 8 0,-46-4 0,1-2 0,0-2 0,0-1 0,43-4 0,9 0 0,531 3 0,-480-18 0,-77 18 0,-24 2 0,0-3 0,72-10 0,-62 5 0,0 1 0,0 3 0,61 5 0,-10 0 0,642-3 0,-583-18 0,-124 17 0,-1-1 0,46-9 0,-31 6 0,-1 2 0,90 5 0,-38 0 0,24-2-1365,-108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17:03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24261,'0'3002'0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17:05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372 386 24575,'-2'-5'0,"0"0"0,0 0 0,0 0 0,-1 1 0,0-1 0,0 1 0,0 0 0,0-1 0,-1 1 0,1 1 0,-1-1 0,-6-4 0,-1-3 0,-12-11 0,-1 1 0,-30-20 0,-13-11 0,54 40 25,1-1 0,1 0 1,0-1-1,-11-18 0,12 17-398,-1 0 0,0 0 1,-21-20-1,16 22-6453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17:07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0 472 24575,'2'-19'0,"-1"0"0,2 0 0,1 0 0,0 1 0,9-23 0,39-87 0,-36 96 0,2 1 0,1 1 0,43-51 0,-31 47-1365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35:01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24575,'-1'58'0,"-1"-30"0,1 0 0,2 0 0,5 36 0,-5-57 0,1 0 0,0 0 0,0 0 0,0-1 0,1 1 0,-1 0 0,2-1 0,-1 0 0,1 0 0,0 0 0,0 0 0,0-1 0,1 0 0,0 0 0,0 0 0,1 0 0,11 7 0,1-1 0,-1 0 0,-1-1 0,2 0 0,0-2 0,0 0 0,33 9 0,46 16 0,1-1 0,38 1 0,26 2 0,17 4 0,-94-18 0,-79-19 0,41 9 0,1-1 0,1-3 0,66 3 0,-14-13 0,94 5 0,-106 13 0,-64-9 0,0-1 0,34 1 0,396-5 0,-216-3 0,-215 4 0,0 0 0,46 11 0,-44-7 0,0-1 0,34 2 0,-49-7 0,13 0 0,-1 1 0,0 0 0,-1 2 0,1 1 0,0 1 0,34 11 0,-24-2 0,0-2 0,1-1 0,1-1 0,0-3 0,0 0 0,48 1 0,-55-6 0,0 1 0,33 8 0,-32-4 0,57 3 0,-49-9 0,1 1 0,65 14 0,-75-11 0,1-2 0,0 0 0,30-3 0,-33 0 0,0 0 0,0 2 0,-1 1 0,31 7 0,-14-1 0,1-3 0,0-1 0,1-2 0,-1-2 0,51-5 0,104 5 0,-109 15 0,-64-11 0,0 0 0,34 1 0,-11-5 0,-11-1 0,1 2 0,0 1 0,46 11 0,-43-7 0,1-2 0,0-1 0,0-3 0,57-4 0,83 3 0,-93 16 0,-64-11 0,-1 0 0,36 1 0,-38-4 0,-11-2 0,-1 1 0,1-1 0,20-3 0,-26-2 0,-14-3 0,-21-8 0,26 14 0,-51-27 0,-1 4 0,0 1 0,-2 4 0,-65-16 0,102 30 0,0-1 0,0 0 0,1-2 0,0-1 0,0 0 0,1-2 0,-20-15 0,22 16 0,-8-4-33,-2 1 0,0 2-1,-33-11 1,17 6-1199,23 9-5594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35:02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483 1 24575,'-5'2'0,"0"0"0,0 0 0,0 0 0,1 1 0,-1 0 0,1 0 0,-1 0 0,1 0 0,0 1 0,0 0 0,1 0 0,-1 0 0,-2 5 0,-8 6 0,-10 10 0,-36 52 0,13-16 0,4-7 0,-95 104 0,57-76-1365,68-66-5461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35:04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4019 24575,'7'-2'0,"-1"0"0,1 0 0,-1-1 0,1 1 0,-1-2 0,0 1 0,0-1 0,0 0 0,-1 0 0,8-7 0,1 0 0,32-26 0,-1-2 0,44-51 0,-35 34 0,-46 47 0,-1 0 0,0-1 0,0 1 0,-1-2 0,-1 1 0,1-1 0,5-18 0,22-85 0,-28 92 0,-2 10 0,4-21 0,2 1 0,1 0 0,1 0 0,25-47 0,-27 61 0,-2 0 0,0-1 0,-1 0 0,-1 0 0,5-38 0,2-2 0,-7 27 0,-1-1 0,-1-64 0,-3 63 0,2 0 0,8-54 0,2 5 0,-4 0 0,-3-1 0,-8-109 0,0 42 0,3-443 0,-1 567 0,-2 1 0,-12-50 0,2 7 0,6 35 0,-21-60 0,-2-12 0,25 86 0,-36-155 0,32 145 0,-1 0 0,-2 1 0,-25-47 0,4 17 0,3-2 0,3-2 0,-25-81 0,45 121 0,-2 0 0,2-1 0,1-1 0,1 1 0,0-1 0,0-31 0,6 32 0,-1-1 0,-2 1 0,0 0 0,-1-1 0,-2 1 0,0 0 0,-2 1 0,-14-34 0,21 56 0,0 1 0,0 0 0,0-1 0,0 1 0,0 0 0,-1-1 0,1 1 0,0 0 0,0-1 0,0 1 0,-1 0 0,1 0 0,0-1 0,-1 1 0,1 0 0,0 0 0,-1-1 0,1 1 0,0 0 0,-1 0 0,1 0 0,0 0 0,-1-1 0,1 1 0,0 0 0,-1 0 0,1 0 0,0 0 0,-1 0 0,1 0 0,-1 0 0,1 0 0,0 0 0,-1 0 0,1 0 0,0 0 0,-1 1 0,0-1 0,-13 14 0,-14 38 0,21-39 0,-3 12 0,0 1 0,2-1 0,-7 37 0,10-42 0,-21 80 0,-19 92 0,39-133-1365,5-32-5461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35:05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24575,'21'2'0,"-1"0"0,0 1 0,0 1 0,0 1 0,0 0 0,-1 2 0,0 0 0,0 1 0,0 1 0,-1 1 0,27 20 0,-13-7 0,-1 2 0,-1 2 0,-1 0 0,-2 2 0,26 34 0,16 47-1365,-57-93-5461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35:08.3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4903 1288 24575,'1'-12'0,"-1"0"0,-1 1 0,0-1 0,-5-20 0,4 26 0,-1 0 0,1 1 0,-1-1 0,0 1 0,0-1 0,-1 1 0,0 0 0,0 0 0,0 1 0,-8-8 0,-40-33 0,-2 2 0,-2 3 0,-93-52 0,79 50 0,43 25 0,-1 0 0,0 2 0,-56-21 0,7 8 0,50 18 0,0 0 0,0 2 0,-41-8 0,-130-15 0,0-3 0,176 30 0,0-2 0,1 0 0,-27-12 0,-39-12 0,-44-3 0,-33-2 0,147 31 0,-1-1 0,1 0 0,-31-14 0,-18-6 0,-200-46 0,237 63 0,1-1 0,-46-21 0,52 20 0,0 0 0,0 2 0,-1 1 0,0 0 0,-30-3 0,-175-25 0,199 29 0,-1-1 0,-29-11 0,36 9 0,0 2 0,0 1 0,-1 1 0,-30-3 0,28 6 0,-47-12 0,47 8 0,-47-4 0,-35-7 0,78 11 0,0 1 0,-32-1 0,-346 5 0,188 3 0,200-3 0,0-1 0,0-1 0,-26-8 0,22 5 0,-44-4 0,-89-12 0,85 10 0,-4-3 0,50 9 0,0 1 0,-45-3 0,42 6 0,-57-12 0,57 8 0,-58-4 0,71 9 0,-18 3 0,34-2 0,0 0 0,0 0 0,-1 0 0,1 0 0,0 1 0,0-1 0,0 0 0,0 0 0,0 0 0,-1 1 0,1-1 0,0 0 0,0 0 0,0 0 0,0 1 0,0-1 0,0 0 0,0 0 0,0 0 0,0 1 0,0-1 0,0 0 0,0 0 0,0 1 0,0-1 0,0 0 0,0 0 0,0 0 0,0 1 0,0-1 0,0 0 0,0 0 0,0 1 0,0-1 0,0 0 0,1 0 0,-1 0 0,0 0 0,0 1 0,0-1 0,17 17 0,0 0 0,-1 0 0,0 1 0,-2 1 0,0 0 0,-1 1 0,-1 0 0,14 35 0,2-2 0,8 14 0,39 69 0,-63-117-1365,-2-1-5461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35:09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0 195 24575,'10'-2'0,"-1"0"0,1 0 0,-1 0 0,0-1 0,0-1 0,0 0 0,12-6 0,8-4 0,7 1 0,46-10 0,-52 16 0,-1-1 0,57-25 0,-44 15-682,79-25-1,-98 37-6143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35:11.7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24575,'1'6'0,"1"0"0,0-1 0,0 1 0,0-1 0,1 1 0,0-1 0,6 8 0,-1-1 0,94 192 0,-4-8 0,27 45 0,-28-51 0,10-8 0,-94-165 0,-1 1 0,-1 1 0,0 0 0,-1 0 0,-1 1 0,-1 0 0,-1 0 0,-1 1 0,0 0 0,3 30 0,-6-20 0,2 0 0,2 0 0,0-1 0,21 51 0,6 24 0,10 49 0,-11-22 0,-27-108 0,20 48 0,-19-55 0,-1 0 0,0 0 0,-1 1 0,-1-1 0,4 30 0,-9 115 0,-2-115 0,3 0 0,1 0 0,14 80 0,-3-48 0,-4 1 0,-3 0 0,-8 123 0,0-52 0,6-2 0,-6 164 0,0-292 0,-1-1 0,-1 0 0,-1 0 0,-9 21 0,7-20 0,1 1 0,1-1 0,-4 27 0,-6 42 0,10-58 0,0 0 0,-1 41 0,5-38 0,-2 0 0,-2 0 0,-1 0 0,-1-1 0,-2 0 0,-22 52 0,8-45-1365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35:12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24575,'0'41'0,"-2"-4"0,2 0 0,2 0 0,1 0 0,2 0 0,18 68 0,15 30 0,-25-82 0,27 68 0,-38-116 0,1 0 0,-1 0 0,1 0 0,1 0 0,-1 0 0,1-1 0,0 0 0,0 0 0,0 0 0,0 0 0,1 0 0,-1-1 0,10 5 0,-11-6 0,-1-1 0,1 0 0,0 0 0,-1 0 0,1 0 0,0 0 0,0-1 0,0 1 0,-1-1 0,1 0 0,0 0 0,0 0 0,0 0 0,0 0 0,-1-1 0,1 1 0,0-1 0,0 0 0,0 0 0,-1 0 0,1 0 0,-1 0 0,1-1 0,-1 1 0,1-1 0,-1 1 0,0-1 0,3-3 0,60-70 0,-50 55 0,1 1 0,1 0 0,0 2 0,32-26 0,164-104 0,-63 63 0,-69 44-1365,-61 27-5461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2:32.5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24097,'4686'0'0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2:35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0 599 24575,'1'-10'0,"0"0"0,0 0 0,1 0 0,0 0 0,1 1 0,0-1 0,1 1 0,0-1 0,0 1 0,9-14 0,7-6 0,40-45 0,-34 42 0,-17 23 0,0 1 0,0 0 0,1 0 0,0 1 0,12-7 0,29-22 0,-31 21 0,2 0 0,0 2 0,1 0 0,0 1 0,1 2 0,0 0 0,1 2 0,0 0 0,34-5 0,-34 7 0,0 0 0,0-2 0,-1-1 0,0-1 0,42-24 0,-45 24 0,-1 2 0,2 0 0,-1 1 0,34-6 0,-44 11 0,36-6 0,0 3 0,-1 2 0,95 6 0,-37 0 0,919-3 0,-1012 0 0,0 0 0,0 1 0,0 1 0,0 0 0,-1 1 0,1 0 0,-1 0 0,18 8 0,-3 4 0,0 0 0,24 19 0,-23-17 0,2-1 0,36 16 0,13 6 0,-28-12 0,-26-15 0,-1 1 0,31 23 0,-46-30 0,-1 1 0,0 0 0,1 0 0,-2 1 0,1 0 0,-1 0 0,0 0 0,0 1 0,-1-1 0,0 1 0,3 9 0,6 16 0,1-1 0,35 58 0,-34-63 0,20 54 0,-14-29 0,-19-48 0,0 0 0,-1 1 0,1-1 0,-1 1 0,0-1 0,0 1 0,0 0 0,0-1 0,-1 1 0,0 0 0,0 0 0,0-1 0,-2 6 0,2-7 0,-1-1 0,-1 0 0,1 1 0,0-1 0,0 0 0,-1 0 0,0 0 0,1 0 0,-1 0 0,0 0 0,0 0 0,0-1 0,0 1 0,0 0 0,0-1 0,0 0 0,-1 0 0,1 1 0,-1-1 0,1-1 0,0 1 0,-1 0 0,1-1 0,-1 1 0,-3-1 0,-8 3 0,0-1 0,-1 0 0,1-2 0,0 1 0,-1-2 0,-16-2 0,24 2 0,0-1 0,0 0 0,0 0 0,0 0 0,1-1 0,-1 0 0,1 0 0,0-1 0,0 0 0,0 0 0,0 0 0,1-1 0,0 0 0,-6-6 0,-42-39 0,42 41 0,-1-1 0,2 0 0,-1-1 0,-9-14 0,7 5-1365,3 2-5461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2:36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1 539 24575,'2'-9'0,"1"0"0,1 1 0,-1 0 0,1-1 0,1 1 0,4-7 0,-7 12 0,7-12 0,2-1 0,-1-1 0,-1-1 0,-1 1 0,10-30 0,17-87 0,-31 113-170,1 0-1,1 0 0,0 0 1,2 1-1,0 0 0,2 1 1,16-27-1,-15 30-6655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2:41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10457 24541,'12765'-10457'0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2:43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898 1 24575,'-12'0'0,"0"0"0,0 1 0,-1 0 0,1 1 0,0 0 0,0 1 0,1 0 0,-1 1 0,1 0 0,-1 1 0,-14 9 0,3-4 0,-1-1 0,0 0 0,0-2 0,-1-1 0,-37 5 0,-49 12 0,34-7 0,60-14 0,0 1 0,0 1 0,0 0 0,-28 13 0,10 0 0,-1-2 0,0-1 0,-45 11 0,32-10-1365,28-7-5461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2:43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1 24575,'0'497'0,"-2"-473"0,0 0 0,-11 46 0,7-44 0,1 0 0,-2 34 0,3-5 0,-15 72 0,10-78 0,7-31-151,-1-1-1,-1 0 0,0-1 0,-1 1 1,-1-1-1,-1 0 0,0 0 1,-15 22-1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5:02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459 1 24575,'1'84'0,"-3"95"0,-14-89 0,10-65 0,1-1 0,-2 37 0,9 70 0,0-83 0,-2 0 0,-2 0 0,-12 73 0,2-41 0,4 0 0,3 1 0,8 120 0,0-49 0,-3-151 0,-1 43 0,2 0 0,2-1 0,13 69 0,-8-62 0,-2 1 0,-2-1 0,-2 1 0,-6 53 0,1 6 0,5-47 0,0-41 0,-1 0 0,-1 0 0,-1 0 0,-1 0 0,-6 28 0,8-49 0,0 0 0,0 0 0,0 0 0,0-1 0,-1 1 0,1 0 0,0 0 0,0 0 0,-1-1 0,1 1 0,-1 0 0,1 0 0,0-1 0,-1 1 0,0 0 0,1-1 0,-1 1 0,1 0 0,-1-1 0,0 1 0,1-1 0,-1 1 0,0-1 0,0 0 0,1 1 0,-1-1 0,0 0 0,0 1 0,1-1 0,-1 0 0,0 0 0,0 0 0,0 0 0,0 1 0,0-1 0,1 0 0,-1-1 0,0 1 0,0 0 0,0 0 0,0 0 0,1 0 0,-1-1 0,0 1 0,0 0 0,0-1 0,1 1 0,-1-1 0,0 1 0,1-1 0,-1 1 0,0-1 0,1 1 0,-1-1 0,0 0 0,1 1 0,-1-1 0,1 0 0,-1-1 0,-40-53 0,33 42 0,-21-22 0,-54-52 0,55 61 0,1-2 0,-44-61 0,46 53-72,12 19-251,2-1-1,0 0 1,-16-36 0,19 32-6503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5:03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0 425 24575,'4'-3'0,"0"1"0,0-1 0,0 0 0,-1 0 0,1 0 0,-1-1 0,0 1 0,0-1 0,0 1 0,0-1 0,-1 0 0,4-8 0,7-6 0,15-21 0,-21 28 0,1 0 0,0 0 0,1 1 0,12-11 0,5-4 0,40-48 0,-50 53 0,1 0 0,1 1 0,1 1 0,0 1 0,24-17 0,-5 8-1365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5:04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 1 24575,'-5'0'0,"0"1"0,0-1 0,0 1 0,-1 1 0,1-1 0,1 1 0,-1 0 0,0 0 0,0 0 0,1 1 0,-1-1 0,-7 7 0,-47 48 0,29-26 0,-15 12 0,27-23 0,-2-1 0,0-1 0,-29 20 0,39-31 0,1 1 0,-1 0 0,2 1 0,-1 0 0,-11 15 0,12-14 0,0 0 0,0 0 0,-2-1 0,1 0 0,-13 8 0,-89 69-1365,95-74-5461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5:05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24575,'5'2'0,"0"0"0,0 0 0,0 1 0,0-1 0,-1 1 0,1 0 0,-1 1 0,0-1 0,0 1 0,0 0 0,0-1 0,3 7 0,4 1 0,2 5 0,0 0 0,-1 1 0,-1 1 0,-1 0 0,0 0 0,-1 1 0,11 35 0,16 32 0,-13-33-36,28 100 0,-29-83-1257,-13-42-5533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25:08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0 24575,'1'1'0,"1"-1"0,-1 1 0,1 0 0,-1-1 0,0 1 0,1 0 0,-1 0 0,0 0 0,0 0 0,1 0 0,-1 0 0,0 0 0,0 1 0,0-1 0,-1 0 0,1 1 0,0-1 0,0 0 0,-1 1 0,1-1 0,0 1 0,-1-1 0,0 1 0,1-1 0,-1 1 0,0-1 0,0 3 0,6 51 0,-5-49 0,1 389 0,-4-238 0,4-245 0,-5-109 0,3 193 0,-1 0 0,0 1 0,0-1 0,-1 0 0,1 1 0,-1-1 0,0 1 0,0 0 0,0-1 0,0 1 0,0 0 0,-1 0 0,1 0 0,-1 1 0,0-1 0,0 0 0,0 1 0,0 0 0,0 0 0,-1 0 0,1 0 0,-1 1 0,1-1 0,-1 1 0,0 0 0,1 0 0,-1 0 0,0 0 0,0 1 0,-4-1 0,0 0 0,0 0 0,0 1 0,0 0 0,1 0 0,-1 1 0,0 0 0,0 0 0,1 1 0,-1 0 0,1 0 0,-1 1 0,1 0 0,0 0 0,-9 6 0,9-5 0,0 1 0,0 0 0,1 0 0,0 0 0,0 0 0,1 1 0,-1 0 0,1 1 0,1-1 0,-1 1 0,1 0 0,0 0 0,0 0 0,1 0 0,0 1 0,-3 12 0,-3 12 0,2 0 0,1 1 0,1-1 0,2 1 0,1 0 0,3 35 0,-1-65 0,0 0 0,1 0 0,0 1 0,0-1 0,0 0 0,0 0 0,0 0 0,0 0 0,1 0 0,0 0 0,-1-1 0,1 1 0,0 0 0,0-1 0,1 0 0,-1 1 0,0-1 0,5 3 0,-2-2 0,0 0 0,0-1 0,0 0 0,1 1 0,-1-2 0,0 1 0,1-1 0,-1 0 0,1 0 0,7 0 0,-5-1 0,1 1 0,-1-2 0,0 1 0,0-1 0,0-1 0,0 1 0,-1-1 0,1-1 0,0 1 0,-1-2 0,1 1 0,-1-1 0,0 0 0,0 0 0,9-8 0,-1-6-1365,-3-1-5461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31:54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74 24575,'1'-2'0,"0"0"0,0 0 0,0 0 0,0 0 0,1 0 0,-1 0 0,0 0 0,1 0 0,-1 1 0,1-1 0,0 1 0,0-1 0,-1 1 0,1-1 0,0 1 0,0 0 0,4-2 0,39-17 0,-14 13 0,1 1 0,0 2 0,1 1 0,-1 1 0,0 2 0,39 5 0,22-2 0,368-3 0,-435 2 0,-1 0 0,43 11 0,-41-7 0,0-2 0,31 2 0,145-8 0,88 5 0,-211 12 0,-60-9 0,0-2 0,27 3 0,396-4 0,-227-6 0,1202 3-1365,-1390 0-5461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43:48.3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 24575,'1354'0'0,"-1328"2"0,-1 0 0,43 11 0,-41-7 0,0-2 0,31 2 0,-26-7 0,0-1 0,58-12 0,-55 8 0,72-5 0,-64 8 0,61-10 0,-61 6 0,64-2 0,1324 8 94,-652 3-1553,-750-2-5367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43:53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1 24575,'2'32'0,"1"-1"0,9 43 0,-5-40 0,3 59 0,-11 44 0,2 57 0,15-114 0,-11-60 0,-1 1 0,2 24 0,-3 333 0,-5-195 0,2-178 0,0 0 0,0 1 0,-1-1 0,1 0 0,-1 1 0,0-1 0,-1 0 0,1 0 0,-1 0 0,0 0 0,-5 8 0,6-11 0,0-1 0,0 0 0,0 0 0,0 0 0,0-1 0,0 1 0,0 0 0,0 0 0,0 0 0,-1-1 0,1 1 0,0-1 0,0 1 0,-1-1 0,1 1 0,0-1 0,-1 0 0,1 0 0,-2 1 0,0-2 0,0 1 0,0-1 0,0 1 0,0-1 0,0 0 0,1 0 0,-1 0 0,0 0 0,0 0 0,1-1 0,-1 0 0,-2-1 0,-6-7 0,1 1 0,0-1 0,1-1 0,0 0 0,0 0 0,1-1 0,1 0 0,0 0 0,1-1 0,-7-18 0,-14-24 0,0-11 105,-4-7-1575,20 56-5356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6:43:54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1 413 24575,'5'-2'0,"-1"0"0,1 0 0,0-1 0,0 1 0,-1-1 0,1 0 0,-1 0 0,0-1 0,0 1 0,0-1 0,-1 0 0,5-5 0,3-3 0,110-90 0,19-19 0,-113 96-18,53-38 0,-40 33-1311,-19 14-5497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2:09:26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408 741 24575,'-7'0'0,"-9"1"0,1-1 0,-1-1 0,-28-6 0,38 5 0,-1 0 0,1 0 0,0-1 0,0 0 0,1 0 0,-1-1 0,0 0 0,1 0 0,0 0 0,0 0 0,-8-10 0,-30-31 0,25 27 0,1 0 0,1-1 0,1-1 0,-21-34 0,12 14 0,17 29 0,1 1 0,0-1 0,0-1 0,1 1 0,0-1 0,-5-23 0,3 6 0,3 14 0,1-1 0,1 0 0,-2-30 0,4 42 0,0 0 0,1 0 0,-1 0 0,1 0 0,0 0 0,0 0 0,0 1 0,1-1 0,-1 0 0,1 0 0,0 1 0,0-1 0,0 1 0,0 0 0,1-1 0,-1 1 0,1 0 0,0 1 0,0-1 0,4-3 0,74-66 0,-49 44 0,-26 22 0,0 0 0,0 1 0,1 0 0,0 0 0,0 0 0,10-5 0,-7 5 0,1 1 0,-1 0 0,1 0 0,0 1 0,0 0 0,19-1 0,-26 4 0,1 0 0,0 0 0,0 1 0,-1 0 0,1 0 0,0 0 0,-1 0 0,1 1 0,-1-1 0,0 1 0,1 0 0,-1 1 0,0-1 0,0 1 0,-1 0 0,1 0 0,0 0 0,4 6 0,23 21 0,-19-19 0,-1 1 0,0 0 0,10 15 0,-17-22 0,-1 1 0,0-1 0,0 1 0,-1 0 0,0 0 0,0 0 0,0 0 0,-1 0 0,0 0 0,0 1 0,0 9 0,-1 8 0,-3 164 0,1-176 0,-1 0 0,0 0 0,0 0 0,-1 0 0,-8 15 0,7-17 0,1 0 0,0 1 0,1 0 0,-1 0 0,2 0 0,-2 15 0,4-20-170,-1 0-1,0 1 0,0-1 1,0 0-1,-1 0 0,0 1 1,-4 8-1,-1-3-6655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2:09:29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322 672 24575,'-80'2'0,"-88"-4"0,165 2 0,0-1 0,0 0 0,-1 0 0,1 0 0,0 0 0,0 0 0,0 0 0,0-1 0,0 0 0,0 1 0,0-1 0,1 0 0,-1-1 0,1 1 0,-1 0 0,1-1 0,0 1 0,0-1 0,0 0 0,0 1 0,0-1 0,1 0 0,-1 0 0,1 0 0,0-1 0,0 1 0,0 0 0,0 0 0,0-7 0,-2-10 0,1 0 0,1-1 0,4-38 0,-1 20 0,-1 6 0,1 0 0,2 0 0,2 0 0,10-35 0,-15 59 0,1-1 0,1 1 0,0 0 0,0 0 0,1 0 0,0 1 0,1-1 0,0 1 0,0 0 0,0 0 0,1 1 0,0 0 0,1 0 0,0 0 0,0 1 0,0 0 0,1 0 0,15-8 0,-3 2 0,6-4 0,41-17 0,-54 28 0,1 0 0,-1 1 0,1 1 0,0 0 0,0 1 0,1 1 0,-1 0 0,24 2 0,-32-1 0,0 0 0,-1 1 0,1 0 0,0 0 0,0 1 0,-1 0 0,1-1 0,-1 2 0,1-1 0,-1 1 0,0 0 0,0 0 0,0 0 0,0 1 0,-1 0 0,1 0 0,-1 0 0,0 0 0,0 1 0,-1-1 0,1 1 0,-1 0 0,4 9 0,2 11 0,-1 1 0,6 35 0,-10-37 0,2 0 0,0 0 0,13 27 0,-15-35 0,0 1 0,-1 0 0,0 0 0,-1 0 0,-1 1 0,-1-1 0,-1 0 0,-4 29 0,4-39 7,-1 1-1,0-1 0,0 0 0,-1 0 1,1 0-1,-2 0 0,1 0 1,-1 0-1,0-1 0,-1 1 1,1-1-1,-1-1 0,0 1 0,-1-1 1,1 1-1,-1-1 0,0-1 1,-10 7-1,-2 0-254,-1-1 1,-1 0-1,0-2 1,0 0-1,-27 7 1,32-11-6579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26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1429 0 24575,'-1'9'0,"-1"-1"0,1 1 0,-2 0 0,1-1 0,-1 0 0,0 0 0,-1 0 0,0 0 0,0 0 0,-1-1 0,0 1 0,-8 8 0,-20 36 0,11-15 0,-2-1 0,-1-1 0,-2-1 0,-1-1 0,-33 29 0,-71 50 0,25-24 0,86-70 0,-2-2 0,1 0 0,-43 20 0,31-18 0,-125 70 0,86-46 0,-53 34 0,-116 102 0,224-162 24,1 1-1,1 1 0,0 0 0,-15 23 1,-25 30-1506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28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 24575,'2'14'0,"0"1"0,1-1 0,1 0 0,0 1 0,0-2 0,2 1 0,0-1 0,11 20 0,-6-12 0,-1 1 0,7 22 0,-8-1 0,-2 0 0,-2 1 0,-1-1 0,-3 1 0,-5 56 0,2 4 0,4 11 0,-5 123 0,-2-201 0,-2 0 0,-16 54 0,12-55 0,8-21 0,1 0 0,0 0 0,0 22 0,-6 40 0,-3-24 0,7-30 0,-1-1 0,-1 0 0,-16 39 0,17-49-1365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29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24575,'177'-18'0,"1023"19"0,-1060-20 0,302 20 0,-266 18 0,-110-19 0,98 13 0,-134-10 0,45-2 0,-51-1 0,-1 0 0,1 2 0,36 6 0,78 13 0,-100-17 0,0-1 0,69-6 0,-59 1 0,52 4 0,-40 6 0,-34-4 0,46 2 0,-37-7-1365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3:31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24575,'3'23'0,"0"-1"0,2 0 0,1 0 0,1 0 0,0-1 0,19 35 0,-23-49 0,9 18 0,1-1 0,1 0 0,1-1 0,1-1 0,1 0 0,1-2 0,0 1 0,32 24 0,70 65 0,-91-85-341,1-2 0,1 0-1,67 35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02.33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04.0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04.9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06.68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24575,'3'0'0,"1"3"0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07.66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3 24575,'0'-3'0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08.44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18.3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1 195 24575,'0'-3'0,"1"1"0,0-1 0,0 1 0,1-1 0,-1 1 0,0-1 0,1 1 0,0-1 0,-1 1 0,1 0 0,0 0 0,0 0 0,4-3 0,29-23 0,97-36 0,-119 58 0,0 1 0,1 0 0,0 1 0,0 1 0,0 0 0,0 0 0,1 2 0,23-1 0,53-8 0,-63 6 0,-1 1 0,1 1 0,0 1 0,32 4 0,-21-1 0,44-4 0,-23-6 0,-34 4 0,46-2 0,511 7 0,-425 17 0,-127-17 0,0 1 0,35 8 0,-7-4 0,-44-5 0,0 1 0,0 0 0,0 1 0,0 0 0,17 7 0,-16-5 0,2 0 0,-1-1 0,26 3 0,39 9 0,-66-11-82,-11-4-78,0 1-1,0-1 1,0 1 0,0 0-1,0 0 1,-1 1-1,9 4 1,-6 0-6666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19.6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24575,'0'441'-1365,"0"-425"-5461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20.5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24575,'1'0'0,"0"1"0,0-1 0,0 1 0,-1-1 0,1 1 0,0 0 0,0-1 0,0 1 0,0 0 0,-1 0 0,1-1 0,0 1 0,-1 0 0,1 0 0,-1 0 0,1 0 0,-1 0 0,1 0 0,-1 0 0,0 0 0,1 0 0,-1 0 0,0 0 0,0 0 0,0 0 0,0 0 0,0 2 0,3 36 0,-3-35 0,0 211-1365,0-200-5461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22.7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24575,'1'0'0,"0"1"0,0-1 0,0 1 0,-1-1 0,1 1 0,0 0 0,0-1 0,0 1 0,0 0 0,-1 0 0,1-1 0,0 1 0,-1 0 0,1 0 0,-1 0 0,1 0 0,-1 0 0,1 0 0,-1 0 0,0 0 0,1 0 0,-1 0 0,0 0 0,0 0 0,0 0 0,0 0 0,0 2 0,3 36 0,-3-35 0,0 66 0,0-34 0,1 0 0,8 55 0,-5-67-455,-2 0 0,0 33 0,-2-42-6371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24.7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162 465 24575,'-5'0'0,"0"0"0,0 0 0,1 0 0,-1-1 0,0 1 0,0-1 0,0 0 0,1-1 0,-1 1 0,1-1 0,-1 0 0,-4-3 0,4 1 0,1 0 0,-1-1 0,1 1 0,0-1 0,0 0 0,1 0 0,0-1 0,0 1 0,-3-7 0,-2 0 0,1-1 0,1-1 0,0 1 0,0-1 0,2 0 0,-1 0 0,2 0 0,0 0 0,1-1 0,-1-26 0,3 39 0,-1-8 0,1 0 0,0 0 0,0-1 0,1 1 0,0 0 0,1 0 0,0 0 0,1 0 0,0 0 0,0 0 0,1 1 0,0-1 0,1 1 0,8-13 0,-9 18 0,-1 0 0,1-1 0,0 1 0,0 0 0,0 1 0,1-1 0,-1 1 0,1 0 0,0 0 0,0 0 0,0 1 0,0 0 0,1 0 0,-1 0 0,0 0 0,1 1 0,0 0 0,-1 0 0,1 1 0,-1-1 0,1 1 0,0 1 0,-1-1 0,1 1 0,0 0 0,-1 0 0,1 0 0,5 3 0,-7-2 0,0 0 0,0 0 0,-1 1 0,1 0 0,-1-1 0,1 1 0,-1 0 0,0 1 0,0-1 0,-1 0 0,1 1 0,-1 0 0,1-1 0,-1 1 0,0 0 0,-1 0 0,1 0 0,-1 1 0,1-1 0,-1 0 0,0 0 0,0 6 0,1 12 0,-1 0 0,0 0 0,-4 28 0,1-5 0,4 24 0,0-45 0,-1 1 0,-1-1 0,-1 0 0,-7 37 0,8-59-45,-1 0-1,1 0 1,-1 0-1,0 0 1,0 0-1,0 0 1,0-1-1,0 1 1,0 0-1,-1 0 1,1-1-1,-1 1 1,1-1-1,-1 1 1,0-1-1,1 0 1,-1 1-1,0-1 1,0 0-1,0 0 1,0 0-1,0-1 1,0 1-1,0 0 0,0-1 1,0 1-1,0-1 1,0 0-1,-3 0 1,-9 2-6781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49.7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24575,'0'319'0,"0"-346"0,2 0 0,11-51 0,-10 65 0,0-1 0,2 1 0,-1 0 0,1 1 0,1-1 0,0 1 0,14-20 0,-19 31 0,-1 0 0,1-1 0,0 1 0,0 0 0,0-1 0,0 1 0,0 0 0,0 0 0,1 0 0,-1 0 0,0 0 0,1 0 0,-1 0 0,0 0 0,1 1 0,-1-1 0,1 0 0,-1 1 0,1-1 0,-1 1 0,1 0 0,-1-1 0,1 1 0,2 0 0,-3 1 0,0 0 0,1 0 0,-1 0 0,0 0 0,0 0 0,0 0 0,0 0 0,0 0 0,0 1 0,0-1 0,0 0 0,0 1 0,-1-1 0,1 1 0,-1-1 0,1 1 0,-1-1 0,1 1 0,-1 1 0,3 13 0,-1 0 0,0 0 0,-2 22 0,3-8 0,1-24 0,1-22 0,-1-5 0,9-43 0,-12 60 0,0 1 0,0-1 0,0 1 0,1 0 0,0-1 0,-1 1 0,1 0 0,0 0 0,0 0 0,1 0 0,-1 1 0,1-1 0,-1 1 0,5-4 0,-6 6 0,0-1 0,0 1 0,1-1 0,-1 1 0,0-1 0,1 1 0,-1 0 0,1-1 0,-1 1 0,0 0 0,1 0 0,-1 0 0,1 0 0,-1 1 0,0-1 0,1 0 0,-1 0 0,0 1 0,1-1 0,-1 1 0,0-1 0,1 1 0,-1 0 0,0 0 0,0-1 0,0 1 0,0 0 0,0 0 0,0 0 0,0 0 0,0 0 0,0 0 0,0 0 0,0 0 0,-1 1 0,1-1 0,0 0 0,-1 0 0,1 1 0,0 1 0,2 3 0,-1 1 0,1-1 0,-1 1 0,-1 0 0,1-1 0,0 13 0,-3 177-1365,1-181-5461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39.9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24575,'0'3'0,"0"4"0,0 4 0,0 3 0,0 2 0,0 1 0,0 2 0,0-1 0,0 0 0,0 1 0,0-1 0,0 0 0,0 0 0,0-4-8191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7:40.6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24575,'0'3'0,"0"4"0,0 4 0,0 3 0,0 2 0,0 1 0,0 2 0,0-1 0,3-3 0,1 0 0,0-1 0,-1 1 0,-1-2-8191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8:02.6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77 0 24575,'-22'27'0,"4"-8"0,12-8 0,0 1 0,1-1 0,0 1 0,-4 21 0,7-27 0,1 0 0,0 0 0,0 1 0,1-1 0,0 0 0,0 0 0,0 0 0,1 0 0,0 0 0,0 1 0,4 9 0,-5-15 0,1 1 0,-1-1 0,1 0 0,0 1 0,-1-1 0,1 0 0,0 1 0,0-1 0,0 0 0,0 0 0,0 0 0,0 0 0,0 0 0,1 0 0,-1 0 0,0 0 0,0 0 0,1 0 0,-1-1 0,0 1 0,1 0 0,-1-1 0,1 0 0,-1 1 0,1-1 0,-1 0 0,1 0 0,-1 1 0,1-1 0,-1 0 0,1-1 0,-1 1 0,1 0 0,-1 0 0,1-1 0,-1 1 0,1-1 0,-1 1 0,2-2 0,1 1 0,-1-1 0,0 0 0,1 0 0,-1 0 0,0-1 0,0 1 0,0-1 0,-1 0 0,1 1 0,-1-1 0,1 0 0,-1-1 0,0 1 0,2-5 0,0-5 0,0 0 0,-1 0 0,3-27 0,7-29 0,-13 69 0,0 0 0,0 0 0,0 0 0,0 0 0,0-1 0,0 1 0,1 0 0,-1 0 0,0 0 0,0 0 0,0 0 0,0-1 0,0 1 0,0 0 0,0 0 0,0 0 0,1 0 0,-1 0 0,0 0 0,0 0 0,0 0 0,0 0 0,0 0 0,0-1 0,1 1 0,-1 0 0,0 0 0,0 0 0,0 0 0,0 0 0,0 0 0,1 0 0,-1 0 0,0 0 0,0 0 0,0 0 0,0 0 0,1 0 0,-1 0 0,0 1 0,0-1 0,0 0 0,0 0 0,0 0 0,0 0 0,1 0 0,-1 0 0,0 0 0,0 0 0,0 0 0,0 0 0,0 1 0,0-1 0,0 0 0,1 0 0,-1 0 0,0 0 0,0 0 0,0 0 0,0 1 0,0-1 0,0 0 0,0 0 0,0 0 0,0 0 0,0 1 0,0-1 0,0 0 0,9 21 0,4 25 0,-9-27 15,0 0 0,2-1 0,11 26 0,1 3-1440,-14-35-5401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8:04.6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107 1 24575,'-3'1'0,"1"1"0,-1 0 0,1 0 0,-1 0 0,1 0 0,0 0 0,0 1 0,0-1 0,0 0 0,0 1 0,1 0 0,-1-1 0,1 1 0,0 0 0,-1 0 0,0 5 0,-6 8 0,-1-3-151,1 0-1,0 1 0,1 0 0,0 0 1,2 0-1,-1 1 0,2 0 1,-5 25-1,7-26-6674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08:14.6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24575,'4'1'0,"-1"0"0,1 1 0,-1 0 0,0 0 0,0 0 0,0 0 0,0 0 0,0 0 0,0 1 0,0 0 0,2 3 0,14 11 0,45 21 0,-31-19 0,33 25 0,-62-41 0,0 1 0,0 0 0,0 0 0,-1 1 0,0-1 1,0 1-1,0 0 0,2 6 0,6 9-1366,-5-11-5460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51:55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201 0 24575,'-1'1'0,"0"-1"0,0 1 0,0-1 0,0 1 0,0 0 0,0-1 0,0 1 0,0 0 0,0 0 0,1 0 0,-1 0 0,0-1 0,0 1 0,1 0 0,-1 0 0,1 0 0,-1 1 0,1-1 0,-1 2 0,-12 30 0,8-19 0,-21 39 0,-44 70 0,6-29-1365,57-85-5461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51:57.1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24575,'1'1'0,"1"-1"0,-1 1 0,1-1 0,-1 1 0,1-1 0,-1 1 0,1 0 0,-1 0 0,1 0 0,-1 0 0,0 0 0,0 0 0,1 0 0,-1 0 0,0 1 0,0-1 0,0 0 0,0 1 0,-1-1 0,1 0 0,1 3 0,16 39 0,-11-26 0,75 117 0,-73-118 0,0-1 0,1 0 0,1-1 0,13 14 0,4 5 0,-16-17-48,-9-11-140,0 0 0,0 0 0,1-1-1,0 1 1,0-1 0,8 7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3:06.3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141 264 24575,'-31'-24'0,"29"22"0,-1 1 0,0-1 0,0 0 0,1 0 0,-1 0 0,1 0 0,0-1 0,0 1 0,-1 0 0,1-1 0,1 0 0,-1 1 0,0-1 0,1 0 0,-1 0 0,1 0 0,0 0 0,0 0 0,0 0 0,1 0 0,-1 0 0,0-5 0,1 2 0,0 0 0,0 0 0,0 0 0,1 0 0,0 1 0,0-1 0,0 0 0,1 1 0,0-1 0,0 1 0,0-1 0,1 1 0,-1 0 0,2 0 0,-1 0 0,0 0 0,1 1 0,0-1 0,0 1 0,0 0 0,0 0 0,1 0 0,0 1 0,-1 0 0,1 0 0,9-4 0,-13 7 0,1 0 0,-1 0 0,1 0 0,0 0 0,-1 0 0,1 0 0,-1 1 0,1-1 0,-1 0 0,1 1 0,-1 0 0,1-1 0,-1 1 0,0 0 0,1-1 0,-1 1 0,0 0 0,1 0 0,-1 0 0,0 0 0,0 1 0,0-1 0,0 0 0,0 0 0,0 1 0,0-1 0,-1 0 0,1 1 0,0-1 0,-1 1 0,1-1 0,-1 1 0,1 2 0,16 57 0,-17-56 0,9 29 0,-6-26 0,0 1 0,-1-1 0,0 1 0,-1 0 0,0 0 0,0 11 0,-1-18 0,0 0 0,-1 0 0,1 0 0,-1 0 0,1 0 0,-1-1 0,0 1 0,0 0 0,0-1 0,0 1 0,0 0 0,0-1 0,0 1 0,-1-1 0,1 0 0,0 1 0,-1-1 0,1 0 0,-1 0 0,1 0 0,-1 0 0,0 0 0,1 0 0,-1 0 0,0-1 0,0 1 0,0-1 0,1 1 0,-1-1 0,0 0 0,0 1 0,0-1 0,0 0 0,-3-1 0,-2 2 0,1-2 0,-1 1 0,0-1 0,1 0 0,-1 0 0,1-1 0,-1 0 0,1 0 0,-1 0 0,-6-5 0,11 6 0,-1 0 0,1 0 0,1 0 0,-1-1 0,0 1 0,0 0 0,0-1 0,1 1 0,-1-1 0,1 0 0,-1 0 0,1 0 0,0 0 0,-1 1 0,1-2 0,0 1 0,0 0 0,1 0 0,-1 0 0,0 0 0,1 0 0,-1-1 0,1 1 0,0 0 0,0-1 0,0 1 0,0 0 0,0 0 0,0-1 0,1 1 0,-1 0 0,1-1 0,1-2 0,-1 3 0,0 0 0,0 0 0,1 1 0,-1-1 0,1 0 0,-1 1 0,1-1 0,0 1 0,-1-1 0,1 1 0,0 0 0,0 0 0,0 0 0,0 0 0,0 0 0,0 0 0,0 1 0,1-1 0,-1 1 0,3-1 0,22-9 0,-26 9 0,-1 1 0,1-1 0,-1 0 0,0 0 0,1 1 0,-1-1 0,0 0 0,0 0 0,0 1 0,0-1 0,1 0 0,-1 0 0,0 1 0,0-1 0,0 0 0,-1 0 0,1 0 0,0 1 0,0-1 0,0 0 0,0 0 0,-1 1 0,1-1 0,0 0 0,-1 1 0,1-1 0,-1 0 0,1 1 0,-1-1 0,1 0 0,-1 1 0,1-1 0,-1 1 0,1-1 0,-1 1 0,0-1 0,1 1 0,-1-1 0,-1 1 0,-28-23 0,5 14 0,21 8 0,0 0 0,0-1 0,0 1 0,0-1 0,0 0 0,1 0 0,-1 0 0,0 0 0,-4-5 0,24 8 0,11 12 0,-21-7 0,-1 0 0,1 1 0,-1 0 0,-1 0 0,1 0 0,-1 0 0,0 1 0,5 14 0,-8-19 0,0 0 0,0 0 0,0-1 0,-1 1 0,1 0 0,-1 0 0,0 0 0,1 0 0,-1 0 0,0 0 0,-1 0 0,1 0 0,-1 0 0,1 0 0,-1 0 0,0 0 0,0 0 0,0-1 0,0 1 0,-1 0 0,1-1 0,-1 1 0,1-1 0,-1 1 0,0-1 0,0 0 0,0 0 0,-4 3 0,5-4 0,0 0 0,-1 0 0,1 0 0,0 0 0,-1 0 0,1-1 0,-1 1 0,0 0 0,1-1 0,-1 1 0,0-1 0,1 0 0,-1 1 0,0-1 0,1 0 0,-1 0 0,0 0 0,1 0 0,-1 0 0,0-1 0,1 1 0,-1-1 0,0 1 0,1-1 0,-4-1 0,2 0 0,0 0 0,0 0 0,1-1 0,-1 0 0,0 1 0,1-1 0,0 0 0,0 0 0,0-1 0,0 1 0,-2-5 0,-2-5 0,1 0 0,1-1 0,0 0 0,1 0 0,-2-18 0,4 27 0,1 1 0,1-1 0,-1 1 0,1-1 0,-1 1 0,1-1 0,1 1 0,-1 0 0,1-1 0,-1 1 0,1 0 0,0 0 0,1 0 0,-1 0 0,1 1 0,0-1 0,0 0 0,0 1 0,0 0 0,0 0 0,1 0 0,5-3 0,-4 2 0,0 1 0,0 0 0,1 0 0,0 0 0,0 1 0,-1 0 0,1 0 0,0 1 0,1 0 0,-1 0 0,0 0 0,0 0 0,0 1 0,1 0 0,-1 1 0,8 0 0,-9 1 5,0 0-1,0 0 1,0 1-1,0-1 0,0 1 1,0 0-1,-1 1 1,0-1-1,1 1 1,-1-1-1,0 1 0,-1 1 1,1-1-1,-1 0 1,0 1-1,0 0 1,0 0-1,0-1 1,-1 2-1,0-1 0,0 0 1,-1 0-1,1 1 1,-1-1-1,0 1 1,0 10-1,0-12-43,-1 0 0,0 0 0,1 0 0,-1 0 0,-1 0 0,1 0-1,-1 0 1,1-1 0,-1 1 0,0 0 0,-1 0 0,1 0 0,-1 0 0,1-1 0,-1 1 0,0-1 0,0 0 0,-1 1-1,1-1 1,-1 0 0,0 0 0,1 0 0,-1-1 0,-1 1 0,1-1 0,0 1 0,0-1 0,-1 0 0,1-1 0,-1 1 0,0 0-1,0-1 1,1 0 0,-1 0 0,0 0 0,0 0 0,-6-1 0,-5 1-6787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3:09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198 0 24575,'0'813'0,"-18"-673"0,18 302 0,-1-424 0,-1 0 0,-1 0 0,-9 32 0,7-32 0,1 0 0,1 0 0,-3 34 0,6-11 0,1-17 0,-1 1 0,-1 0 0,-8 45 0,-13 50 0,5 21 0,13-103 0,2 1 0,4 66 0,0-58 0,-4 55 0,-7-45 0,6-37 0,0-1 0,0 26 0,3 538 0,-18-425 0,17-110 0,-11 81 0,6-29 0,6-72 0,-8 56 0,1-32 0,3 1 0,2 0 0,5 53 0,0 0 0,-4-72 0,-2 0 0,-7 43 0,5-39 5,3 1-1,3 68 0,1-31-1382,-2-61-5448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3:12.1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1083 24575,'2'-29'0,"1"0"0,1-1 0,16-51 0,4-33 0,-19 87 0,15-46 0,-13 52 0,-1-1 0,-1 0 0,4-42 0,-6 39 0,2 0 0,0 0 0,1 0 0,15-36 0,10-43 0,15-79 0,-41 170 0,-1-1 0,-1 1 0,0-1 0,-1 0 0,0 0 0,-1-18 0,-1 32 0,0-1 0,0 1 0,0 0 0,0-1 0,-1 1 0,1-1 0,0 1 0,0 0 0,-1-1 0,1 1 0,0-1 0,-1 1 0,1 0 0,0-1 0,-1 1 0,1 0 0,-1 0 0,1-1 0,0 1 0,-1 0 0,1 0 0,-1 0 0,1-1 0,-1 1 0,1 0 0,-1 0 0,1 0 0,-1 0 0,1 0 0,-1 0 0,1 0 0,-1 0 0,1 0 0,0 0 0,-1 0 0,1 0 0,-1 1 0,1-1 0,-1 0 0,1 0 0,-1 0 0,1 1 0,0-1 0,-1 0 0,1 0 0,-1 1 0,1-1 0,0 0 0,-1 1 0,1-1 0,-1 1 0,-27 22 0,21-16 0,-163 106-1365,162-107-5461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3:13.7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24575,'2'1'0,"0"-1"0,0 0 0,0 1 0,1-1 0,-1 1 0,0 0 0,0 0 0,0-1 0,0 1 0,-1 1 0,1-1 0,0 0 0,0 0 0,-1 1 0,1-1 0,-1 1 0,1-1 0,-1 1 0,1 0 0,-1-1 0,0 1 0,0 0 0,0 0 0,0 0 0,0 0 0,1 4 0,2 7 0,0 0 0,-1 0 0,1 18 0,0-8 0,5 23 0,-4-17 0,1-1 0,10 28 0,-5-33-1365,-6-13-5461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3:28.1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24575,'0'653'-1365,"0"-638"-5461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3:31.5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24575,'62'-9'0,"-54"7"0,0 0 0,1 0 0,-1 1 0,1 0 0,-1 1 0,1 0 0,-1 0 0,1 1 0,-1 0 0,15 3 0,-21-3 0,0 1 0,0-1 0,0 1 0,0 0 0,0-1 0,0 1 0,-1 0 0,1 0 0,-1 0 0,1 1 0,-1-1 0,0 0 0,0 0 0,0 1 0,0-1 0,0 0 0,0 1 0,-1-1 0,1 1 0,-1-1 0,1 1 0,-1 3 0,-2 68 0,0-47 0,2-23 0,0 1 0,-1 0 0,1-1 0,-1 1 0,0-1 0,-1 1 0,1-1 0,-1 1 0,0-1 0,0 0 0,0 0 0,-1 0 0,1 0 0,-5 4 0,-1 1 0,-1 0 0,-1-1 0,-18 13 0,-11 8 0,38-27 0,0-1 0,0 0 0,1 0 0,-1 0 0,0 1 0,0-1 0,1 0 0,-1 1 0,1-1 0,-1 1 0,1-1 0,0 1 0,-1-1 0,1 1 0,0-1 0,0 1 0,0-1 0,0 1 0,0-1 0,1 1 0,-1-1 0,0 1 0,1-1 0,-1 0 0,1 1 0,-1-1 0,1 1 0,0-1 0,-1 0 0,1 0 0,1 2 0,37 50 0,-17-26 0,62 83 0,-81-107-59,-1 1 0,0-1-1,1 0 1,-1 0-1,1-1 1,0 1 0,0 0-1,0-1 1,1 0 0,-1 0-1,0 0 1,1 0 0,0 0-1,-1-1 1,1 0-1,0 1 1,0-1 0,-1-1-1,1 1 1,0 0 0,0-1-1,4 0 1,7 0-6767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3:38.3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23508,'0'706'0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3:40.8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 24575,'115'3'0,"124"-6"0,-197-7-1365,-30 6-5461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4:03.3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22 149 24575,'1'-5'0,"-1"0"0,1 0 0,0 1 0,0-1 0,1 0 0,-1 1 0,1-1 0,0 1 0,1-1 0,-1 1 0,1 0 0,-1 0 0,1 0 0,0 1 0,1-1 0,-1 1 0,1-1 0,4-2 0,-5 3 0,0 0 0,1 1 0,0 0 0,-1-1 0,1 1 0,0 1 0,0-1 0,0 1 0,0-1 0,0 1 0,1 0 0,-1 1 0,0-1 0,0 1 0,1-1 0,-1 1 0,0 1 0,1-1 0,-1 1 0,7 1 0,-9-1 0,0 0 0,-1-1 0,1 1 0,0 0 0,-1 0 0,1 0 0,-1 1 0,1-1 0,-1 0 0,0 1 0,0-1 0,1 1 0,-1-1 0,0 1 0,0-1 0,0 1 0,-1 0 0,1-1 0,0 1 0,-1 0 0,1 0 0,-1 0 0,1-1 0,-1 1 0,0 0 0,0 0 0,0 0 0,0 0 0,0 0 0,0 0 0,-1-1 0,1 1 0,0 0 0,-1 0 0,0 0 0,1-1 0,-1 1 0,0 0 0,-1 1 0,1 1 0,-1 0 0,0-1 0,0 1 0,0-1 0,0 1 0,0-1 0,-1 0 0,0 0 0,0 0 0,1 0 0,-2 0 0,1 0 0,0-1 0,0 0 0,-1 0 0,1 0 0,-7 3 0,4-4 0,0 0 0,1 0 0,-1 0 0,0 0 0,0-1 0,0 0 0,1-1 0,-1 1 0,0-1 0,0 0 0,1 0 0,-1-1 0,-10-4 0,13 4 0,1 1 0,-1-1 0,1 0 0,-1 0 0,1-1 0,0 1 0,0 0 0,0-1 0,0 1 0,1-1 0,-1 0 0,1 0 0,-1 1 0,1-1 0,0 0 0,0 0 0,0 0 0,1 0 0,-1 0 0,1-1 0,-1 1 0,1 0 0,0 0 0,0 0 0,1 0 0,0-6 0,0 6 0,-1-1 0,1 0 0,0 1 0,0-1 0,1 1 0,-1-1 0,1 1 0,0 0 0,0-1 0,0 1 0,0 0 0,0 0 0,1 0 0,-1 1 0,1-1 0,0 1 0,0-1 0,0 1 0,0 0 0,0 0 0,0 0 0,0 0 0,1 1 0,4-2 0,-2 1 0,-1 0 0,1 1 0,0 0 0,0 0 0,0 0 0,0 1 0,0 0 0,0 0 0,0 0 0,0 1 0,0 0 0,0 0 0,0 0 0,9 4 0,-14-4 0,1 0 0,0 0 0,-1 0 0,1 0 0,0 0 0,-1 0 0,1 0 0,-1 1 0,0-1 0,1 0 0,-1 1 0,0-1 0,0 1 0,0 0 0,0-1 0,0 1 0,0 0 0,-1 0 0,1-1 0,-1 1 0,1 0 0,-1 0 0,1 0 0,-1 0 0,0 0 0,0 0 0,0-1 0,0 1 0,0 0 0,-1 0 0,1 0 0,0 0 0,-1 0 0,0 0 0,1-1 0,-1 1 0,0 0 0,-1 2 0,0 1 0,-1 0 0,0 1 0,0-1 0,0 0 0,-1-1 0,0 1 0,0-1 0,0 0 0,0 1 0,0-2 0,-7 5 0,9-6 0,0-1 0,0 0 0,0 1 0,1-1 0,-1 0 0,-1-1 0,1 1 0,0 0 0,0 0 0,0-1 0,0 0 0,0 1 0,-1-1 0,1 0 0,0 0 0,0 0 0,0 0 0,-1 0 0,1-1 0,0 1 0,0-1 0,0 1 0,0-1 0,-1 0 0,1 0 0,-2-1 0,2 0 0,0-1 0,0 1 0,1-1 0,-1 1 0,0-1 0,1 0 0,0 0 0,0 0 0,0 0 0,0 0 0,0 0 0,0 0 0,1 0 0,-1 0 0,1 0 0,0 0 0,0-6 0,2-47-1365,-1 40-5461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4:04.9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441 758 24230,'-440'-758'0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4:09.7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0 24575,'0'3'0,"0"4"0,0 4 0,0 3 0,0 2 0,0 1 0,-3-1 0,-1-2 0,0 1 0,1 0 0,1 1 0,1 0 0,-3-2 0,-1-3-8191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4:10.5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24575,'3'0'0,"4"0"0,4 0 0,3 0 0,2 0 0,1 0 0,1 0 0,-2 0-8191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4:15.6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113 1 24575,'-1'68'0,"3"76"0,6-87 0,-4-37 0,-1-1 0,0 26 0,-4 1490 0,19-1377 0,-18-137 0,0 64 0,-14 110 0,8-128 0,3 0 0,6 70 0,-1-20 0,7-6 0,0 7 0,-9 1082 0,-18-1042 0,16-119 0,-14 78 0,9-78 0,2 0 0,0 45 0,-14 127 0,19-193 0,2 42 0,-4 0 0,-11 71 0,9-96 0,2-1 0,2 50 0,1-51 0,-1 1 0,-9 60 0,-12 33 0,18-101 0,1 0 0,2 29 0,0-33 0,0 0 0,-1 1 0,-7 35 0,2-22 0,2 0 0,2 0 0,1 0 0,4 42 0,0 11 0,-3 352 0,-3-410-1365,-1-19-5461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4:20.2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73 176 24575,'-1'-39'0,"-1"27"0,2 1 0,-1-1 0,2 0 0,-1 0 0,2 1 0,-1-1 0,7-19 0,-8 30 0,0 0 0,0 0 0,0 0 0,1 0 0,-1-1 0,1 1 0,-1 0 0,1 0 0,-1 0 0,1 0 0,-1 0 0,1 0 0,0 1 0,0-1 0,-1 0 0,1 0 0,0 0 0,0 1 0,0-1 0,0 0 0,0 1 0,0-1 0,0 1 0,0-1 0,0 1 0,0 0 0,0-1 0,0 1 0,0 0 0,1 0 0,-1-1 0,0 1 0,0 0 0,0 0 0,0 0 0,0 1 0,1-1 0,-1 0 0,0 0 0,0 1 0,0-1 0,0 0 0,2 2 0,-1-1 0,0 1 0,0 0 0,0 0 0,0 0 0,0 0 0,-1 0 0,1 0 0,-1 1 0,1-1 0,-1 0 0,0 1 0,0-1 0,0 1 0,0 0 0,0-1 0,-1 1 0,1 4 0,1 14 0,-1 1 0,-1-1 0,-4 32 0,4-46 0,-2 0 0,1 0 0,-1 0 0,0 0 0,0-1 0,-1 1 0,0-1 0,0 0 0,-1 1 0,1-1 0,-1-1 0,0 1 0,-1-1 0,-7 8 0,10-11 0,1-1 0,0 0 0,-1 1 0,1-1 0,-1 0 0,1 0 0,-1 0 0,0 0 0,1 0 0,-1 0 0,0-1 0,0 1 0,0-1 0,0 1 0,1-1 0,-1 1 0,0-1 0,0 0 0,0 0 0,0 0 0,0 0 0,0-1 0,0 1 0,-3-1 0,3-1 0,-1 1 0,1-1 0,0 0 0,0 1 0,0-1 0,0 0 0,1 0 0,-1-1 0,0 1 0,1 0 0,-1 0 0,1-1 0,0 1 0,0-1 0,-1-3 0,-2-8 0,0 0 0,1-1 0,0 1 0,1-1 0,1-18 0,0 29 0,1 0 0,0-1 0,0 1 0,0 0 0,0-1 0,1 1 0,0 0 0,0 0 0,0-1 0,0 1 0,1 0 0,0 0 0,0 0 0,0 0 0,0 1 0,0-1 0,1 0 0,0 1 0,-1 0 0,1 0 0,0 0 0,1 0 0,6-5 0,-8 8 0,0-1 0,-1 1 0,1 0 0,0 1 0,-1-1 0,1 0 0,0 0 0,0 1 0,-1-1 0,1 1 0,-1-1 0,1 1 0,0 0 0,-1-1 0,1 1 0,-1 0 0,0 0 0,1 0 0,-1 0 0,0 1 0,1-1 0,-1 0 0,0 0 0,0 1 0,0-1 0,0 1 0,0-1 0,0 3 0,26 44 0,-20-33-85,13 35-1195,-18-38-5546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4:23.0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199 282 24575,'-6'0'0,"-1"-1"0,1 0 0,0 0 0,-1-1 0,1 1 0,0-2 0,0 1 0,1-1 0,-1 1 0,0-2 0,1 1 0,0-1 0,-1 1 0,1-1 0,1-1 0,-1 1 0,1-1 0,0 0 0,0 0 0,-4-6 0,4 6 0,1 0 0,0-1 0,0 1 0,1-1 0,-1 1 0,1-1 0,0 0 0,1 0 0,-1 0 0,1 0 0,1 0 0,-1 0 0,1 0 0,0 0 0,0 0 0,1-1 0,-1 1 0,1 0 0,1 0 0,-1 0 0,4-6 0,-4 9 0,1 0 0,0 0 0,0 0 0,0 1 0,1-1 0,-1 0 0,1 1 0,-1 0 0,1 0 0,0-1 0,-1 2 0,1-1 0,0 0 0,1 0 0,-1 1 0,0 0 0,0 0 0,1 0 0,-1 0 0,0 0 0,1 1 0,-1-1 0,1 1 0,3 0 0,-4 0 0,-1 0 0,1 0 0,-1 0 0,1 1 0,-1-1 0,1 1 0,-1 0 0,1-1 0,-1 1 0,0 0 0,1 0 0,-1 1 0,0-1 0,0 0 0,0 1 0,0-1 0,0 1 0,0 0 0,0 0 0,0-1 0,-1 1 0,1 0 0,-1 1 0,1-1 0,-1 0 0,0 0 0,0 1 0,0-1 0,0 0 0,-1 1 0,1-1 0,0 5 0,2 19 0,0-6 0,-1 0 0,0 0 0,-3 22 0,1-36 0,-1-1 0,0 1 0,0 0 0,0-1 0,-1 1 0,0-1 0,0 1 0,-1-1 0,1 0 0,-1 0 0,0 0 0,0 0 0,-1 0 0,0-1 0,-5 6 0,7-8 0,1-1 0,0 0 0,-1 0 0,1 0 0,-1 0 0,0 0 0,1 0 0,-1 0 0,0-1 0,1 1 0,-1-1 0,0 1 0,0-1 0,0 0 0,1 1 0,-1-1 0,0 0 0,0 0 0,0 0 0,0-1 0,1 1 0,-4-1 0,1 0 0,0-1 0,0 0 0,0 0 0,1 0 0,-1 0 0,0-1 0,1 1 0,0-1 0,-5-4 0,0-2 0,1 1 0,0-1 0,0-1 0,1 1 0,0-1 0,-8-19 0,6 7 0,1 0 0,-3-25 0,8 39 0,1 0 0,0 0 0,0 0 0,1 0 0,0 1 0,1-1 0,0 0 0,0 0 0,4-14 0,-5 21 0,1 0 0,-1-1 0,1 1 0,-1 0 0,1 0 0,-1 0 0,1 0 0,0 0 0,-1 0 0,1 0 0,0 1 0,0-1 0,0 0 0,0 0 0,0 1 0,0-1 0,0 0 0,0 1 0,0-1 0,0 1 0,0-1 0,0 1 0,0-1 0,0 1 0,0 0 0,3 0 0,-2 0 0,1 0 0,-1 1 0,0-1 0,1 1 0,-1-1 0,0 1 0,0 0 0,1 0 0,-1 0 0,0 1 0,0-1 0,3 3 0,-1 0 0,1-1 0,-1 1 0,0 1 0,0-1 0,0 0 0,-1 1 0,0 0 0,0 0 0,0 0 0,4 10 0,0 14 0,-2 0 0,-1 0 0,-1 0 0,-1 0 0,-3 35 0,1-63 0,0 0 0,0-1 0,0 1 0,0 0 0,0-1 0,0 1 0,0 0 0,0-1 0,0 1 0,0 0 0,0-1 0,0 1 0,0 0 0,-1-1 0,1 1 0,0 0 0,0-1 0,-1 1 0,1-1 0,0 1 0,-1 0 0,1-1 0,-1 1 0,1-1 0,-1 0 0,1 1 0,-1-1 0,1 1 0,-1-1 0,1 0 0,-2 1 0,2-2 0,-1 0 0,1 0 0,-1 0 0,1 0 0,-1 0 0,1 0 0,0 0 0,0 0 0,-1 0 0,1 0 0,0 0 0,0 0 0,0-1 0,0 1 0,0 0 0,0 0 0,1 0 0,-1 0 0,0 0 0,1-2 0,2-10-1365,0-1-5461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56:55.0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260 256 24481,'0'10'0,"0"0"0,-1 0 0,0 0 0,1 0 0,-2 0 0,1-1 0,0 1 0,-1 0 0,0-1 0,0 0 0,0 0 0,-1 0 0,1 0 0,-1-1 0,0 0 0,0 0 0,0 0 0,-1 0 0,1-1 0,-1 0 0,0 0 0,0-1 0,0 0 0,0 0 0,0-1 0,0 0 0,-1 0 0,0-1 0,1 1 0,-1-2 0,0 0 0,0 0 0,0 0 0,0-1 0,0 0 0,0-1 0,0 0 0,0 0 0,0-1 0,0 0 0,0-1 0,0 0 0,0 0 0,0-1 0,0 0 0,0-1 0,0 0 0,0 0 0,0 0 0,1-2 0,-1 1 0,0-1 0,1 0 0,0 0 0,0-1 0,0 0 0,0 0 0,0-1 0,0 0 0,1 0 0,-1-1 0,1 0 0,0 0 0,0 0 0,0 0 0,1-1 0,-1 0 0,1 0 0,0 0 0,0 0 0,0-1 0,1 0 0,0 1 0,-1-1 0,2 0 0,-1 0 0,0 0 0,1 0 0,0 0 0,0 0 0,0 0 0,1 0 0,0 0 0,-1 0 0,2 0 0,-1 1 0,0-1 0,1 0 0,0 1 0,0 0 0,0 0 0,1 0 0,-1 0 0,1 1 0,0 0 0,0 0 0,0 0 0,1 0 0,-1 1 0,1 0 0,0 0 0,0 1 0,0 0 0,0 0 0,0 1 0,0 0 0,1 0 0,0 1 0,-1-1 0,1 2 0,0 0 0,0 0 0,0 0 0,0 1 0,0 0 0,0 1 0,0 0 0,0 0 0,0 1 0,0 0 0,0 1 0,0 0 0,0 0 0,0 1 0,0 0 0,0 1 0,0 0 0,0 0 0,0 0 0,-1 2 0,1-1 0,0 1 0,-1 0 0,0 0 0,0 1 0,0 0 0,0 0 0,0 1 0,0 0 0,-1 0 0,1 1 0,-1 0 0,0 0 0,0 0 0,0 0 0,-1 1 0,1 0 0,-1 0 0,0 0 0,0 0 0,0 1 0,-1 0 0,0-1 0,1 1 0,-2 0 0,1 0 0,0 0 0,-1 0 0,0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13:34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 24575,'44'0'0,"41"-1"0,122 16 0,-140-9 0,1-3 0,68-6 0,-19 0 0,-31 5 0,92-4 0,-121-6 0,27-2 0,-62 9 0,0-1 0,-1-1 0,29-8 0,-29 5 0,2 2 0,-1 0 0,26 0 0,1276 5 0,-1166 17 0,249-19 0,-284 19 0,-94-15 0,0 1 0,35 9 0,25 3 0,-47-10 0,-2-1 0,55 1 0,346-6-1365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13:38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 24339,'3933'-18'0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13:44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3878 24575,'2'-1'0,"0"0"0,1 1 0,-1-1 0,0 0 0,-1 0 0,1 0 0,0 0 0,0-1 0,0 1 0,-1-1 0,1 1 0,0-1 0,-1 1 0,0-1 0,1 0 0,-1 0 0,0 1 0,2-5 0,20-41 0,-20 41 0,9-19 0,2 0 0,0 0 0,1 2 0,33-38 0,-3 22 0,-38 35 0,-1 0 0,0-1 0,0 0 0,0 0 0,-1-1 0,1 1 0,-1-1 0,-1 0 0,1-1 0,3-7 0,3-9 0,1-1 0,1 2 0,1-1 0,1 2 0,33-36 0,-34 41 0,-1-1 0,0-1 0,13-24 0,-13 20 0,2-6 0,19-46 0,-11 20 0,12-53 0,1 12 0,-26 65 0,2 0 0,1 0 0,20-34 0,-14 30 0,22-55 0,8-13 0,-42 91 0,0 1 0,0 0 0,1 1 0,1 0 0,-1 0 0,16-11 0,-18 15 0,3-6 0,-2 0 0,1 0 0,-1-1 0,-1 1 0,0-1 0,-1-1 0,6-18 0,-5 14 0,-1 5 0,1 1 0,0 0 0,1 1 0,0-1 0,0 1 0,14-14 0,-1-1 0,32-45 0,-32 42 0,0 0 0,27-26 0,24-34 0,17 0 0,-72 71 0,0-1 0,-2-1 0,0 0 0,-1-1 0,-1 0 0,-1-1 0,0 0 0,-2-1 0,-1 0 0,8-28 0,-6 12 0,3 0 0,1 1 0,2 0 0,1 2 0,2 0 0,1 1 0,2 1 0,33-40 0,-45 60 0,0-1 0,-2 0 0,0-1 0,0 0 0,-2 0 0,0 0 0,0-1 0,3-17 0,-5 16 0,1 0 0,1 1 0,0 0 0,1 0 0,1 0 0,18-26 0,-10 19 0,-1 0 0,24-51 0,-25 45 0,29-44 0,14-17 0,-52 82 0,2-1 0,-1 0 0,1 1 0,0 0 0,1 1 0,10-9 0,-7 7 0,-2 0 0,1 0 0,12-17 0,-13 13 0,0 0 0,-1 0 0,0 0 0,-1-1 0,-1 0 0,7-22 0,-8 22 0,1 0 0,0 0 0,10-15 0,-9 18 0,-1 0 0,-1 0 0,0-1 0,0 0 0,4-19 0,-5 14 0,1 0 0,13-30 0,1-2 0,-17 44 5,0 0 1,1 0-1,-1 0 0,1 0 0,0 1 0,0 0 0,0-1 1,1 1-1,0 0 0,-1 1 0,1-1 0,1 1 0,6-5 1,21-20-1444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13:55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3852 24575,'0'-7'0,"1"-1"0,0 1 0,0-1 0,1 0 0,0 1 0,1 0 0,0 0 0,6-12 0,37-56 0,-19 35 0,62-87 0,13-22 0,-64 63 0,-31 67 0,0 1 0,2 0 0,0 0 0,20-28 0,-16 26 0,0 1 0,13-29 0,12-20 0,20-35 0,-27 49 0,22-30 0,39-60 0,41-34 0,-89 129 0,-35 40 0,0 0 0,0 0 0,-1-1 0,-1-1 0,11-17 0,49-79 0,-55 77 0,2 1 0,1 0 0,1 1 0,2 1 0,1 0 0,34-36 0,-41 49 0,0 0 0,-2-1 0,1 0 0,8-18 0,24-34 0,-30 48 0,-1 0 0,13-26 0,2-6 0,-13 27 0,17-48 0,1-2 0,-20 50 0,9-18 0,27-38 0,-45 76 0,97-155 0,-86 136 0,1 2 0,18-22 0,-19 27 0,-1-1 0,-1-1 0,0 0 0,9-21 0,75-155 0,-73 154 0,-15 27 0,-1 0 0,0 0 0,-1 0 0,7-24 0,-5 14 0,0 0 0,1 1 0,1 0 0,2 0 0,15-22 0,-12 23 0,1 0 0,1 2 0,25-24 0,-36 37 0,-1 0 0,1-1 0,-1 0 0,-1 0 0,1 0 0,-1-1 0,5-13 0,19-31 0,-19 38 0,-1 0 0,-1-1 0,-1 0 0,0 0 0,0 0 0,4-25 0,-5 20 0,1-1 0,18-38 0,-19 46-39,1-1-1,-2 1 0,5-22 1,-3 13-1168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15:34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1 138 24575,'4'6'0,"-1"0"0,0 0 0,0 1 0,-1-1 0,0 1 0,0 0 0,0-1 0,-1 1 0,0 0 0,1 11 0,2 11 0,31 113 0,-14-21 0,-14-71 0,-6-33 0,1 0 0,0 0 0,1-1 0,1 1 0,1-1 0,1 0 0,8 20 0,-13-36 0,-1 1 0,0-1 0,1 0 0,-1 1 0,0-1 0,1 1 0,-1-1 0,0 1 0,1-1 0,-1 0 0,1 1 0,-1-1 0,1 0 0,-1 1 0,1-1 0,-1 0 0,1 0 0,-1 0 0,1 1 0,-1-1 0,1 0 0,-1 0 0,1 0 0,0 0 0,-1 0 0,1 0 0,-1 0 0,1 0 0,-1 0 0,1 0 0,-1 0 0,1-1 0,-1 1 0,1 0 0,0 0 0,-1 0 0,1-1 0,-1 1 0,0 0 0,1-1 0,-1 1 0,1 0 0,-1-1 0,1 1 0,-1-1 0,0 1 0,1-1 0,-1 1 0,0 0 0,0-1 0,1 1 0,-1-1 0,0 1 0,1-2 0,21-38 0,-14 24 0,28-46 0,-29 47 0,1 0 0,1 1 0,0 0 0,16-19 0,-18 25 0,-1-1 0,-1 1 0,0-1 0,0 0 0,6-17 0,12-20 0,14-9 0,2 2 0,3 1 0,59-56 0,-90 94 24,0 1 0,-1-2-1,12-20 1,5-8-1484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15:38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1 207 24575,'918'0'0,"-916"0"0,-1 0 0,1 1 0,-1-1 0,1 0 0,-1 0 0,1 0 0,-1 0 0,1 0 0,-1 0 0,1-1 0,-1 1 0,1 0 0,-1-1 0,1 1 0,-1-1 0,0 1 0,1-1 0,-1 0 0,0 0 0,0 0 0,1 0 0,-1 1 0,0-1 0,0-1 0,1 0 0,-2 0 0,-1 0 0,0 1 0,1-1 0,-1 0 0,0 1 0,0-1 0,0 1 0,0-1 0,0 1 0,0-1 0,0 1 0,-1 0 0,1-1 0,0 1 0,-1 0 0,1 0 0,-1 0 0,0 0 0,1 0 0,-4-1 0,-190-129 0,183 124-341,1 1 0,-1-1-1,-22-6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15:42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0 24575,'0'3'0,"0"4"0,-3 1 0,-2 2 0,2 2 0,-1 2 0,-1-1 0,-3-3 0,-1 0 0,2 1 0,-1-1 0,1 1 0,-2-2 0,1 1 0,-1-2 0,1 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2:33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0 24575,'-18'141'0,"18"337"0,1-467 0,0 0 0,1 0 0,1 1 0,-1-1 0,7 15 0,-5-14 0,0 0 0,-1 0 0,0 1 0,1 14 0,14 131 0,-11-92 0,-1-24 0,-2 45 0,-4 866 0,-18-830 0,16-105 0,-1 1 0,0-1 0,-7 22 0,5-22 0,1 0 0,0 0 0,-1 27 0,-5 32 0,2-31 0,1 0 0,-3 31 0,9-58 0,-1 0 0,-1 0 0,-8 29 0,6-30 0,0 1 0,2 0 0,-2 32 0,6 973 0,-20-848 0,19-137 0,-3 0 0,-7 46 0,5-36 0,2 1 0,5 83 0,0-34 0,-2 1542 0,-1-1613 0,-2-1 0,-11 48 0,8-48 0,1 0 0,-2 52 0,8 1827 0,17-1730 0,-19-133 0,0-17 0,1 0 0,1 0 0,2 0 0,5 29 0,-2-23 0,-3 1 0,0 0 0,-2 0 0,-4 46 0,0 3 0,4-51 0,2 1 0,7 33 0,-5-16 0,-2 1 0,-5 82 0,0-32 0,2 887-1365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7:08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164 500 24575,'39'29'0,"-32"-27"0,0-1 0,1 0 0,-1 0 0,1-1 0,-1 0 0,1 0 0,-1-1 0,0 0 0,1 0 0,-1-1 0,0 1 0,0-2 0,0 1 0,11-6 0,0-1 0,-1-1 0,0 0 0,-1-1 0,22-18 0,-34 24 0,0 1 0,0-1 0,0-1 0,-1 1 0,0 0 0,0-1 0,0 0 0,-1 1 0,0-1 0,0 0 0,0 0 0,-1 0 0,0-1 0,0 1 0,0-11 0,0-12 0,-6-59 0,4 77 0,-3-2 0,0 1 0,0-1 0,-1 1 0,0 0 0,-1 0 0,-1 1 0,0 0 0,0 0 0,-1 1 0,0-1 0,-1 2 0,0-1 0,-1 1 0,-11-8 0,9 11 0,0-1 0,-1 2 0,0-1 0,0 2 0,0 0 0,0 0 0,-1 2 0,1-1 0,-1 2 0,0 0 0,0 0 0,1 1 0,-1 1 0,0 0 0,0 1 0,1 1 0,-25 7 0,35-8 0,0 0 0,0 0 0,0 1 0,0-1 0,0 1 0,1-1 0,-1 1 0,1 0 0,0 0 0,-1 0 0,1 1 0,1-1 0,-1 0 0,0 1 0,1-1 0,-2 7 0,-16 67 0,16-60 0,0-1 0,-4 16 0,-5 61 0,11-85 0,1 1 0,0-1 0,1 1 0,0-1 0,0 0 0,1 0 0,0 1 0,0-1 0,1 0 0,0-1 0,0 1 0,8 12 0,-4-12 0,1 0 0,1-1 0,-1 0 0,1 0 0,12 7 0,-11-7 0,32 12-1365,-31-13-5461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7:11.9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23209,'1764'0'0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7:14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1 214 24575,'1'-5'0,"0"0"0,0 0 0,1-1 0,0 1 0,0 0 0,1 0 0,-1 1 0,1-1 0,0 1 0,0-1 0,0 1 0,1 0 0,5-5 0,4-4 0,0 0 0,25-18 0,-25 22 0,1 0 0,0 1 0,1 1 0,0 0 0,0 0 0,1 2 0,-1 0 0,29-5 0,8 3 0,91-2 0,-12 7 0,109 5 0,-237-3 0,0 1 0,0 0 0,0 0 0,0 0 0,0 0 0,0 1 0,0-1 0,-1 1 0,1-1 0,0 1 0,-1 0 0,1 0 0,-1 1 0,0-1 0,1 0 0,1 4 0,30 47 0,-24-35 0,-4-5 0,-1 0 0,0 0 0,-1 0 0,-1 0 0,0 1 0,0 0 0,0 17 0,7 32 0,-4-32 0,-3-16 0,0 0 0,1-1 0,10 23 0,-9-24 0,0 0 0,0 1 0,-1-1 0,0 1 0,-2 0 0,3 26 0,-65-114-1365,54 64-5461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7:15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1 181 24575,'0'-3'0,"0"-4"0,0-4 0,0-2 0,0-3 0,3 1 0,1 1 0,0 0 0,2 1 0,0 1 0,-1-1 0,-1-1 0,1 2 0,1-1 0,-2 3-8191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7:16.1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0 24575,'-3'0'0,"-4"0"0,-4 0 0,-3 0 0,-2 0 0,-1 0 0,-1 0 0,2 0-8191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8:36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24575,'2594'0'-1365,"-2579"0"-5461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8:38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24575,'3'2'0,"1"-1"0,-1 1 0,0 0 0,0 0 0,0 1 0,0-1 0,0 1 0,0-1 0,0 1 0,-1 0 0,0 0 0,1 0 0,-1 0 0,0 1 0,2 5 0,6 6 0,59 57 0,-36-39 0,-30-31 0,10 10 0,0 1 0,0 0 0,-1 1 0,-1 1 0,0 0 0,-1 0 0,-1 1 0,0 0 0,8 24 0,25 60 0,-30-57 0,-2 0 0,5 54 0,-7-43 0,-3-12 0,-3 1 0,-1-1 0,-6 56 0,-31 113 0,34-199 0,0 0 0,-1 0 0,-8 19 0,-6 26 0,-1 84 0,10-79 0,-20 77 0,14-74 0,7-35-54,3-16-274,1 0 1,1 1-1,-2 16 0,4-16-6498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28:39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24575,'2'17'0,"0"1"0,1 0 0,0-1 0,1 0 0,11 27 0,9 36 0,-23-73 0,1 0 0,0-1 0,0 1 0,0 0 0,1-1 0,0 0 0,1 0 0,-1 0 0,1 0 0,0 0 0,0-1 0,1 1 0,5 4 0,-7-8 0,0 0 0,0 0 0,0 0 0,0 0 0,0-1 0,1 1 0,-1-1 0,0 0 0,1 0 0,-1 0 0,0-1 0,1 1 0,-1-1 0,1 0 0,-1 0 0,1 0 0,0 0 0,-1-1 0,0 1 0,1-1 0,-1 0 0,1 0 0,-1 0 0,0 0 0,0-1 0,1 1 0,-1-1 0,3-3 0,9-5 0,-1-1 0,0-1 0,-1 0 0,-1-1 0,19-24 0,19-20 0,13-14 93,-41 44-822,33-31 0,-46 50-6097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8:48.9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17 112 24575,'-1'0'0,"0"-1"0,0 1 0,0-1 0,0 1 0,0-1 0,1 0 0,-1 1 0,0-1 0,0 0 0,0 0 0,1 1 0,-1-1 0,0 0 0,1 0 0,-1 0 0,1 0 0,-1 0 0,1 0 0,-1 0 0,1 0 0,0 0 0,-1 0 0,1 0 0,0 0 0,0 0 0,0-1 0,0 1 0,0 0 0,0 0 0,0 0 0,0 0 0,0 0 0,1 0 0,0-2 0,6-39 0,-6 40 0,0 0 0,0-1 0,0 1 0,1 0 0,-1 0 0,0 0 0,1 0 0,-1 1 0,1-1 0,0 0 0,0 1 0,0-1 0,-1 1 0,1-1 0,1 1 0,-1 0 0,0 0 0,0 0 0,0 0 0,1 0 0,-1 1 0,0-1 0,1 1 0,-1-1 0,0 1 0,1 0 0,-1 0 0,1 0 0,-1 0 0,0 0 0,1 1 0,-1-1 0,4 2 0,-3-2 0,1 1 0,-1 0 0,0 0 0,0 1 0,0-1 0,0 1 0,0-1 0,0 1 0,0 0 0,-1 0 0,1 0 0,0 1 0,-1-1 0,0 1 0,0-1 0,1 1 0,-2 0 0,1 0 0,0 0 0,0 0 0,-1 0 0,0 0 0,2 6 0,-2-3 0,-1 0 0,0 0 0,0 0 0,-1 1 0,0-1 0,0 0 0,0 0 0,-3 6 0,4-11 0,0 0 0,0 0 0,0 0 0,-1 0 0,1 0 0,0 0 0,-1 0 0,1 0 0,-1-1 0,1 1 0,-1 0 0,1 0 0,-1 0 0,0 0 0,1-1 0,-1 1 0,0 0 0,1-1 0,-1 1 0,0 0 0,0-1 0,0 1 0,0-1 0,0 0 0,0 1 0,0-1 0,0 0 0,0 1 0,1-1 0,-1 0 0,0 0 0,-1 0 0,1 0 0,0 0 0,0 0 0,0 0 0,0 0 0,0 0 0,0 0 0,0-1 0,1 1 0,-1 0 0,0-1 0,0 1 0,0-1 0,0 1 0,0-1 0,0 1 0,0-1 0,1 1 0,-1-1 0,0 0 0,1 0 0,-1 1 0,0-1 0,0-1 0,-2-2-91,1 0 0,-1 1 0,1-1 0,0-1 0,0 1 0,1 0 0,-1 0 0,1-1 0,0 1 0,0 0 0,0-1 0,1 1 0,-1-1 0,2-7 0,-2-3-6735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9:32.5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51 178 24575,'-1'-3'0,"1"-1"0,-1 1 0,0-1 0,-1 1 0,1-1 0,-1 1 0,1 0 0,-1-1 0,0 1 0,0 0 0,0 0 0,-6-5 0,5 5 0,0-1 0,0 0 0,0 0 0,1-1 0,-1 1 0,1 0 0,0-1 0,-2-5 0,4 6 0,-1 0 0,1 1 0,0-1 0,0 0 0,1 0 0,-1 0 0,1 0 0,-1 0 0,1 0 0,1 1 0,-1-1 0,0 0 0,1 1 0,0-1 0,0 1 0,2-4 0,-3 6 0,0-1 0,0 1 0,0-1 0,0 1 0,1 0 0,-1 0 0,0 0 0,1 0 0,-1 0 0,1 0 0,-1 0 0,1 0 0,-1 0 0,1 0 0,0 1 0,-1-1 0,1 1 0,0-1 0,-1 1 0,1 0 0,0 0 0,0 0 0,-1 0 0,1 0 0,0 0 0,0 0 0,-1 0 0,1 1 0,0-1 0,-1 1 0,1-1 0,0 1 0,-1 0 0,1 0 0,-1-1 0,1 1 0,2 3 0,-1-2 0,0 1 0,-1 0 0,1 1 0,-1-1 0,1 0 0,-1 1 0,0-1 0,0 1 0,-1 0 0,1-1 0,-1 1 0,0 0 0,0 0 0,0 0 0,-1 0 0,1 0 0,-1 6 0,1 7 0,-1 0 0,-4 29 0,4-45 0,0 0 0,0 1 0,0-1 0,0 0 0,0 0 0,0 1 0,0-1 0,-1 0 0,1 0 0,-1 1 0,1-1 0,0 0 0,-1 0 0,0 0 0,1 0 0,-1 0 0,0 0 0,0 0 0,1 0 0,-1 0 0,0 0 0,0 0 0,0 0 0,0 0 0,0-1 0,0 1 0,0 0 0,-1-1 0,1 1 0,0-1 0,0 0 0,0 1 0,-1-1 0,1 0 0,0 1 0,0-1 0,-1 0 0,1 0 0,0 0 0,0 0 0,-1 0 0,1-1 0,0 1 0,0 0 0,-1 0 0,1-1 0,0 1 0,-2-2 0,0 1 0,0-1 0,0 1 0,0-1 0,0 0 0,1 0 0,-1 0 0,0-1 0,1 1 0,0-1 0,-1 1 0,1-1 0,0 0 0,0 0 0,1 0 0,-1 0 0,1 0 0,-3-5 0,4 5 4,-1 1 0,1 0-1,0-1 1,-1 1 0,1 0 0,0-1-1,0 1 1,0-1 0,1 1 0,-1 0-1,1-1 1,-1 1 0,1 0 0,0 0-1,0-1 1,0 1 0,0 0 0,0 0-1,0 0 1,1 0 0,-1 0 0,1 0-1,-1 1 1,1-1 0,0 0 0,-1 1-1,1-1 1,0 1 0,0 0 0,0 0-1,3-2 1,-2 2-69,0 0 1,0 0-1,0 0 1,0 0-1,0 1 1,1-1-1,-1 1 0,0 0 1,0 0-1,1 0 1,-1 0-1,0 0 1,0 1-1,1 0 0,-1-1 1,0 1-1,0 0 1,0 1-1,0-1 1,0 0-1,0 1 1,4 3-1,1 2-6761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9:35.2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24575,'7'1'0,"1"0"0,-1 0 0,0 1 0,0 0 0,0 1 0,0-1 0,0 1 0,11 7 0,48 36 0,-56-36 0,-1-1 0,-1 2 0,0-1 0,0 1 0,-1 1 0,-1-1 0,8 18 0,-6-12 0,1 0 0,16 23 0,-21-35 0,0 0 0,0-1 0,0 1 0,1-1 0,0 0 0,0 0 0,0-1 0,0 1 0,0-1 0,1 0 0,9 3 0,28 17 0,-39-20 0,0 0 0,0 0 0,0 0 0,1 0 0,-1-1 0,1 0 0,0 0 0,0 0 0,0 0 0,0-1 0,0 0 0,0 0 0,0 0 0,0-1 0,0 0 0,0 0 0,7 0 0,-11-1 0,1 1 0,-1-1 0,0 1 0,1-1 0,-1 0 0,0 0 0,0 1 0,1-1 0,-1 0 0,0 0 0,0 0 0,0 0 0,0 0 0,0 0 0,0 0 0,-1-1 0,1 1 0,0 0 0,-1 0 0,1-1 0,0 1 0,-1 0 0,0-1 0,1 1 0,-1-1 0,0 1 0,1-1 0,-1 1 0,0 0 0,0-1 0,0 1 0,-1-1 0,1 1 0,0-1 0,0 1 0,-1 0 0,1-1 0,-1 1 0,1 0 0,-1-1 0,0 1 0,0 0 0,1 0 0,-3-3 0,0-1 0,-1-1 0,0 1 0,0-1 0,-1 1 0,1 1 0,-1-1 0,0 1 0,-8-6 0,2 4-1365,1 1-5461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9:36.1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1 24575,'0'3'0,"0"4"0,0 3 0,-3 1 0,-1 1 0,0 2 0,-2-2 0,0 0 0,-2-2 0,0 1 0,-1-2 0,0 0 0,3 2 0,-2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9:38.1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0 24440,'-71'41'0,"71"41"0,71-41 0,0-82 0,-71-41 0,-71 41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9:39.4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24575,'-3'0'0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9:39.7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9:39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24575,'0'0'-8191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9:53.8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24575,'0'-1'0,"1"0"0,-1 0 0,1 0 0,0 0 0,-1 1 0,1-1 0,0 0 0,-1 0 0,1 0 0,0 1 0,0-1 0,0 0 0,-1 1 0,1-1 0,0 1 0,0-1 0,0 1 0,0-1 0,0 1 0,0 0 0,0 0 0,0-1 0,0 1 0,1 0 0,-1 0 0,0 0 0,1 0 0,36-3 0,-33 3 0,3 0 0,22-1 0,0 1 0,50 6 0,-70-4 0,0 0 0,0 1 0,-1 0 0,1 1 0,-1-1 0,0 2 0,0-1 0,0 1 0,-1 1 0,0 0 0,15 13 0,40 35 0,15 15 0,46 72 0,-81-92 0,-20-25 0,-2 0 0,-2 1 0,18 29 0,-26-36 0,0 0 0,2-1 0,0 0 0,23 23 0,-8-3 0,5 5 0,47 47 0,-39-48 0,-14-12 0,54 41 0,-10 1 0,77 63-1365,-140-127-5461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9:54.8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34 283 24575,'-1'-53'0,"-11"-72"0,-7 34-1365,17 78-5461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49:57.6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284 1 24575,'0'2'0,"0"-1"0,-1 1 0,1 0 0,-1 0 0,0-1 0,1 1 0,-1 0 0,0-1 0,0 1 0,0-1 0,0 1 0,0-1 0,0 1 0,-1-1 0,1 0 0,0 0 0,-1 1 0,1-1 0,-1 0 0,1 0 0,-1 0 0,0-1 0,1 1 0,-1 0 0,0-1 0,0 1 0,1-1 0,-1 1 0,0-1 0,0 0 0,0 0 0,-2 0 0,-13 2 0,1-2 0,-29-1 0,26 0 0,14 1-62,-14-1-198,1 1-1,-1 1 0,1 0 1,-34 8-1,40-6-6565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35:20.57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39:21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2258 2004 24575,'-1'6'0,"-1"0"0,0-1 0,0 1 0,0-1 0,-1 0 0,0 0 0,0 0 0,0 0 0,-1 0 0,1 0 0,-1-1 0,-7 6 0,-13 19 0,8-3 0,-2 0 0,0-2 0,-2 0 0,-1-2 0,0 0 0,-2-1 0,-27 19 0,32-27 0,-1-1 0,0-1 0,-1-1 0,0-1 0,-1 0 0,0-2 0,-34 8 0,17-8 0,-1-1 0,-72 0 0,80-5 0,0 1 0,-43 9 0,25-5 0,-1-3 0,-83-5 0,34-1 0,-35 6 0,-143-6 0,217-6 0,38 5 0,1 1 0,-25 0 0,22 1 0,0 0 0,-45-13 0,55 12 0,-108-35 0,38 11 0,49 17 0,-1-2 0,2-1 0,-39-21 0,70 32 0,0-1 0,0 1 0,0-1 0,0 0 0,1 0 0,-1 0 0,1 0 0,0-1 0,0 1 0,0 0 0,0-1 0,0 0 0,-1-7 0,-13-58 0,10 39 0,-7-66 0,5 27 0,6 54 0,1 0 0,1 0 0,1 0 0,0 0 0,1 1 0,0-1 0,7-22 0,-2 13 0,1 1 0,1 0 0,22-39 0,-10 27 0,-12 23 0,-2 0 0,1-1 0,-2 0 0,0 0 0,0-1 0,-1 0 0,-1 0 0,3-16 0,-2 5 0,1 1 0,13-32 0,6-28 0,-16 42 0,-4 10 0,2 0 0,2 0 0,0 1 0,17-33 0,8 14 0,-27 42 0,-1 0 0,0-1 0,0 1 0,-1-1 0,6-12 0,4-20 0,1 0 0,3 1 0,1 1 0,2 1 0,53-69 0,-35 65 0,-22 24 0,0-1 0,-2 0 0,27-40 0,39-121 0,-51 104 0,-25 58 0,1 1 0,15-30 0,-3 14 0,-12 19 0,2 0 0,-1 0 0,20-22 0,-24 31 0,1 1 0,0 0 0,0 0 0,0 0 0,1 0 0,0 1 0,-1 0 0,1 0 0,0 1 0,0 0 0,0 0 0,1 0 0,6-1 0,29-2 0,-1 3 0,83 4 0,-30 1 0,-56-2 0,-1 1 0,42 9 0,-45-3 0,-1 1 0,1 1 0,-2 2 0,42 21 0,-65-26 0,0-1 0,0 1 0,-1 0 0,0 1 0,-1 0 0,0 0 0,7 10 0,13 14 0,48 65 0,-7-18 0,-54-61 0,0-1 0,1-1 0,0 0 0,2 0 0,34 24 0,30 22 0,-47-34 0,-21-17 0,-2 0 0,1 1 0,17 26 0,20 20 0,-45-53 0,0 0 0,1 0 0,0 0 0,0-1 0,1 1 0,-1-1 0,1 0 0,0-1 0,0 0 0,0 0 0,0 0 0,1-1 0,-1 1 0,1-1 0,-1-1 0,1 0 0,0 0 0,0 0 0,7 0 0,40-4 0,37 0 0,-85 4 0,0-1 0,0 1 0,-1 0 0,1 0 0,0 1 0,-1-1 0,1 1 0,-1 1 0,0-1 0,1 1 0,-1 0 0,5 3 0,0 5 0,-1 0 0,0 1 0,0-1 0,-2 1 0,11 20 0,2 3 0,-14-22 0,-1 0 0,0 0 0,0 1 0,-1-1 0,-1 1 0,-1 0 0,2 24 0,6 28 0,-3-34 0,-4-16 0,1 0 0,0-1 0,10 24 0,-9-22 0,-1 1 0,0-1 0,-1 1 0,-1 0 0,-1 0 0,0-1 0,-2 1 0,-3 26 0,2 20 0,2-50 0,0 16 0,-6 54 0,4-76 0,1 1 0,-1-1 0,0 0 0,-1 0 0,0-1 0,0 1 0,-1-1 0,0 1 0,0-1 0,-1 0 0,-7 9 0,-12 11 0,17-18 0,0 0 0,-1-1 0,0 0 0,-11 8 0,-7 3 0,1 1 0,0 2 0,-22 25 0,14-1 0,27-36 0,0-1 0,-1 0 0,0 0 0,-10 9 0,13-15 0,1 0 0,-1 0 0,0 0 0,0-1 0,-1 0 0,1 0 0,0 0 0,-1-1 0,1 1 0,-1-1 0,0 0 0,1 0 0,-10 0 0,-23 0-1365,20-2-5461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7:39:28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1487 984 24532,'23'49'0,"-1"1"0,-1 0 0,-1 0 0,-1 0 0,-1 0 0,-1 1 0,-2-1 0,0 0 0,-2 0 0,-1 0 0,-2-1 0,-1 0 0,-1-1 0,-1-1 0,-1 0 0,-2-1 0,-2 0 0,0-2 0,-2-1 0,-1 0 0,-2-2 0,-1-1 0,-1-1 0,-2-1 0,0-2 0,-2-1 0,-2-1 0,-1-2 0,0-2 0,-3-1 0,0-2 0,-1-2 0,-2-1 0,-1-2 0,-1-2 0,-1-1 0,-1-3 0,-1-1 0,-1-3 0,0-1 0,-2-2 0,-1-2 0,0-2 0,-1-2 0,-1-2 0,-1-2 0,0-2 0,-1-2 0,0-2 0,-1-2 0,0-1 0,-1-3 0,0-2 0,0-1 0,-1-3 0,1-1 0,-1-2 0,0-2 0,0-1 0,0-2 0,0-2 0,1-1 0,-1-2 0,1-2 0,0-1 0,0-1 0,1-1 0,0-2 0,0-2 0,1 0 0,1-1 0,1-2 0,0 0 0,0-1 0,2-2 0,0 1 0,1-2 0,1 0 0,1-1 0,1 0 0,1-1 0,1 0 0,1 0 0,1 0 0,1 0 0,1-1 0,2 1 0,1 0 0,0 0 0,3 1 0,0-1 0,2 2 0,1 0 0,1 0 0,2 1 0,1 1 0,1 1 0,1 0 0,2 2 0,2 0 0,0 2 0,2 1 0,1 1 0,2 1 0,1 2 0,1 1 0,1 2 0,2 1 0,1 1 0,1 3 0,1 0 0,2 3 0,0 1 0,2 2 0,1 2 0,1 2 0,1 1 0,1 3 0,1 1 0,1 2 0,0 2 0,2 2 0,0 2 0,2 2 0,-1 2 0,2 2 0,0 2 0,1 2 0,0 2 0,1 2 0,0 2 0,1 1 0,0 3 0,0 2 0,1 1 0,0 2 0,-1 2 0,1 2 0,0 1 0,0 2 0,0 2 0,0 2 0,-1 0 0,1 3 0,-1 1 0,-1 1 0,1 2 0,-2 1 0,1 1 0,-1 1 0,-1 1 0,0 2 0,-1 0 0,-1 2 0,-1 0 0,0 1 0,-1 0 0,-1 1 0,-1 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50:27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0 198 24575,'1'-11'0,"-1"0"0,1 0 0,1 0 0,0 0 0,0 0 0,1 0 0,1 0 0,0 1 0,0 0 0,7-11 0,-8 16 0,0 0 0,0 1 0,0-1 0,1 1 0,-1 0 0,1 0 0,0 0 0,0 1 0,1-1 0,-1 1 0,1 0 0,0 0 0,0 1 0,0-1 0,0 1 0,0 0 0,0 1 0,0-1 0,1 1 0,-1 0 0,11 0 0,-2 0 0,3 0 0,0 1 0,0 0 0,0 1 0,32 7 0,-45-7 0,-1 0 0,1 0 0,-1 0 0,1 1 0,-1 0 0,0-1 0,0 1 0,0 0 0,0 0 0,0 0 0,0 1 0,-1-1 0,1 1 0,-1 0 0,1-1 0,-1 1 0,0 0 0,0 0 0,-1 1 0,1-1 0,0 0 0,-1 0 0,0 1 0,0-1 0,0 1 0,0-1 0,-1 1 0,1 0 0,-1 3 0,1 1 0,-2 86 0,1-88 0,-1 0 0,0 0 0,0 0 0,-1-1 0,1 1 0,-1 0 0,-1 0 0,1-1 0,-1 1 0,0-1 0,0 0 0,-8 9 0,-12 12 0,17-17 0,-1-1 0,-1-1 0,1 1 0,-11 6 0,15-12 0,-1 1 0,1 0 0,0 0 0,0 0 0,0 0 0,0 0 0,0 0 0,1 1 0,-1 0 0,1-1 0,0 1 0,0 0 0,1 0 0,-1 0 0,1 0 0,0 0 0,0 0 0,0 1 0,0-1 0,1 8 0,0-6 0,1 0 0,0 1 0,0-1 0,1 0 0,-1 0 0,1 0 0,1 0 0,-1 0 0,1 0 0,0 0 0,1-1 0,-1 1 0,6 5 0,-4-4 0,-1 1 0,0-1 0,-1 1 0,0 0 0,0 0 0,0 0 0,-1 1 0,2 10 0,9 30 0,-5-21-1365,-5-15-5461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50:28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22 206 24575,'-6'-48'0,"3"36"0,1-1 0,0 0 0,1 0 0,1-19 0,0 30 0,0 0 0,1 0 0,-1 0 0,0 0 0,1 0 0,0 0 0,-1 0 0,1 0 0,0 0 0,0 0 0,0 0 0,0 1 0,0-1 0,0 0 0,1 1 0,-1-1 0,0 1 0,1 0 0,-1-1 0,1 1 0,0 0 0,-1 0 0,1 0 0,0 0 0,0 0 0,0 0 0,0 0 0,0 1 0,-1-1 0,1 1 0,0-1 0,0 1 0,3 0 0,-3 0 0,0 0 0,-1 0 0,1 0 0,-1 0 0,1 0 0,-1 1 0,1-1 0,-1 1 0,1-1 0,-1 1 0,1-1 0,-1 1 0,1 0 0,-1 0 0,0 0 0,1 0 0,-1 0 0,0 0 0,0 0 0,0 0 0,0 0 0,0 1 0,0-1 0,0 0 0,0 1 0,-1-1 0,1 0 0,0 1 0,-1-1 0,1 1 0,-1 0 0,1-1 0,-1 3 0,1-2 0,-1 0 0,0 1 0,0-1 0,0 0 0,0 0 0,0 0 0,0 0 0,0 0 0,-1 1 0,1-1 0,-1 0 0,0 0 0,1 0 0,-1 0 0,0 0 0,0 0 0,0-1 0,0 1 0,-1 0 0,1 0 0,0-1 0,-1 1 0,1-1 0,-4 3 0,3-2 0,1-1 0,0 0 0,-1 0 0,0 0 0,1 0 0,-1 0 0,0 0 0,1 0 0,-1-1 0,0 1 0,0-1 0,0 1 0,0-1 0,0 0 0,1 1 0,-1-1 0,0 0 0,0 0 0,0 0 0,0-1 0,0 1 0,0 0 0,0-1 0,1 1 0,-1-1 0,0 0 0,0 0 0,1 1 0,-1-1 0,0 0 0,-2-3 0,2 1 0,0 0 0,0 0 0,1-1 0,-1 1 0,1-1 0,0 1 0,0-1 0,0 0 0,0 1 0,1-1 0,0 0 0,0 1 0,0-1 0,0 0 0,0 0 0,1-3 0,0 3-124,-1 0 0,1 1 0,0-1 0,0 1 0,0-1 0,0 0-1,1 1 1,-1 0 0,1-1 0,2-2 0,4-3-6702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50:30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50:30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50:32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50:48.3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24575,'0'0'-8191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50:58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12 24575,'-18'105'0,"18"-94"0,-1 17 0,1 0 0,5 40 0,-3-60 0,-1 0 0,1 0 0,0 0 0,1-1 0,0 1 0,0-1 0,0 1 0,1-1 0,0 0 0,1 0 0,0-1 0,0 1 0,7 6 0,-11-12 0,0 0 0,0-1 0,0 1 0,0 0 0,0 0 0,0-1 0,0 1 0,0-1 0,0 1 0,0-1 0,0 1 0,0-1 0,1 0 0,-1 1 0,0-1 0,0 0 0,1 0 0,-1 0 0,0 0 0,0 0 0,1 0 0,-1-1 0,0 1 0,2-1 0,0 0 0,0 0 0,-1-1 0,1 1 0,0-1 0,-1 0 0,1 0 0,-1 0 0,0 0 0,4-5 0,3-5 0,0 0 0,-1-1 0,7-15 0,-12 24 0,2-10 0,-1 1 0,-1-1 0,0 0 0,0 0 0,-1 0 0,-1 0 0,-1 0 0,0 0 0,0 0 0,-1 0 0,-6-25 0,4 32-105,0 1 0,0 0 0,-1 0 0,1 0 0,-1 0 0,-1 0 0,1 1 0,-1 0 0,0 0 0,0 0 0,0 0 0,-9-5 0,5 4-6721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51:00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24575,'0'477'-1365,"0"-462"-5461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5T11:51:01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 12 24575,'0'-1'0,"0"1"0,0-1 0,0 1 0,0-1 0,0 1 0,0-1 0,-1 1 0,1-1 0,0 1 0,0-1 0,-1 1 0,1-1 0,0 1 0,0 0 0,-1-1 0,1 1 0,-1-1 0,1 1 0,0 0 0,-1-1 0,1 1 0,-1 0 0,1 0 0,-1-1 0,1 1 0,-1 0 0,1 0 0,-1 0 0,1 0 0,-1-1 0,1 1 0,-1 0 0,1 0 0,-1 0 0,1 0 0,-1 0 0,1 0 0,-1 0 0,1 1 0,-1-1 0,1 0 0,-1 0 0,1 0 0,-1 0 0,1 1 0,-1-1 0,1 0 0,0 0 0,-1 1 0,1-1 0,-1 0 0,1 1 0,0-1 0,-1 1 0,1-1 0,-30 20 0,28-19 0,-45 31 0,37-27 0,1 0 0,-1 1 0,1 1 0,1 0 0,-1 0 0,1 0 0,1 1 0,-1 0 0,1 1 0,1-1 0,-10 16 0,14-19 0,-1 1 0,1-1 0,-1 1 0,2 0 0,-1-1 0,1 1 0,-2 10 0,3-13 0,1 0 0,-1 0 0,0 0 0,1 0 0,0 0 0,0-1 0,0 1 0,0 0 0,0 0 0,1 0 0,-1-1 0,1 1 0,-1-1 0,1 1 0,0-1 0,0 0 0,3 2 0,86 102 0,-77-86-1365,-9-9-5461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7F462-7832-4F69-B4F2-EE0AC322B33D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D33EA-68B3-4B35-B04B-A83285BD12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35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7F0A8-DA7E-A677-59DF-781429541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06A72D-2215-E69D-265F-315A97D5E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C797E-DF41-1915-2166-144EB416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70ACFD-F783-8F45-7006-FEA5B9A79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9BD19-EDB2-8FD5-7E08-B8AD400B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334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5D903-6114-42FD-F396-2B6F6995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62A0CA-FDC0-CC74-EE80-9011DBF63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27B0BC-7419-75CF-13D5-FCC837EFA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550D1B-D8EC-12E1-7DCE-867C93A7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D8D5E-5C29-B820-7C1A-AC64AF80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2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404B2-921B-BC1C-B309-FD5027E5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D78DE0-2F29-6F6C-BF15-ED2DB7BBB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52165D-6644-9643-1934-505D26C4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9C880-72C6-91DB-B2DC-EF6A9909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36740-9233-6D1B-CED3-F289FFECC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242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CCE01-CD97-D229-EB6C-72F4DA7A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22AFA0-D94B-9A44-F1BA-BB90CF1F6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D12E3B-D6C8-A156-71AC-AB25A8B89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8C328A-7E8A-DFD2-B697-51335E35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F3C189-0461-4B58-6D01-E52122CA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363A03-BAC6-8AC0-2AEC-F1050496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4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2FCA7-D1A1-8D47-4867-D168DA9B5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586222-997A-87FD-0EFB-F0328763A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3F0557-68E5-B2FC-47A0-25F8A53FD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7BED33-92B3-9433-1FDA-9E5A4AA88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2DBADF-8F04-2317-D141-93436A022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2AD2E2-0A62-9B59-3409-722ED3875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C87817-482C-C155-47A1-EBC7B682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3931DD-AEB6-9C18-E273-2577EFD1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771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70953-9424-6B90-E6B5-C536782A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03A4FB-137C-1582-AEDA-7745208F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26D349-1D9E-966C-B2EA-8F891172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B2E9D7-6738-7050-41C6-E9220BAA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9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A2C3F6-08C8-6E03-C89A-89044DECC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C99DE1-2557-0092-BA11-6E6EE0B37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07D585-5CB0-B783-E901-82C226FC6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060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96CBE-ED83-CBDA-077C-1C80E4FEC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9A65F5-E29F-25C1-861F-80848DFBD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7418E5-FD22-D5CF-A29D-FAFAA549F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03124A-DD9B-01E1-CA8A-0FE62FC52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8CADAB-B686-F3F6-86BE-7F8CE116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DA5636-C87F-64DC-AB46-4B22F5DA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27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AD40C-BD84-4B2E-1066-F025D33D5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46235E-8976-5C93-ECE1-B2FC9FB28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6B7698-1FA6-EFCC-BAC3-F15B63858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C0A651-980C-5CBA-A816-AED4B4F1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E4E506-888F-C34E-D2FD-BA276CEC3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A97B13-0DFB-9E26-A6CB-23B9BAFA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787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31A6E-1843-59B4-314F-1E8EAC26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D3CD1F-18C8-39E2-4955-D2536CE9C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3A5076-BDB6-AC73-3597-7AB548EB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883D0F-26DB-C7CF-D270-2F7E9932F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A3AA89-5761-A8CE-407F-83498DEE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75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EE5899-D1BD-E6AA-76ED-A5165EB4D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F5E598-8FC2-0F59-41D2-339A4480F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CAB8F3-F4B1-D89D-BAB0-38AF16BAF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701355-AE6B-3EA5-191A-C3BE9B43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BC27AC-5783-FBD3-5CAA-AC13D4614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01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52064C-09AB-17E8-0D40-B0DC6901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5A950F-65E3-D023-0C8D-EE73170B7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1A9C25-9EFF-CE3D-3312-DF95F1B90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004B4-5707-42DE-A501-94D4867F45C7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84928-AA34-C198-D181-2B8E78923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BC225C-B86A-8AE7-24E7-729DF650C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49E57-736D-4822-94DB-B3AFF6E9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971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customXml" Target="../ink/ink8.xml"/><Relationship Id="rId17" Type="http://schemas.openxmlformats.org/officeDocument/2006/relationships/image" Target="../media/image16.png"/><Relationship Id="rId2" Type="http://schemas.openxmlformats.org/officeDocument/2006/relationships/image" Target="../media/image5.jpeg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customXml" Target="../ink/ink5.xml"/><Relationship Id="rId15" Type="http://schemas.openxmlformats.org/officeDocument/2006/relationships/image" Target="../media/image15.png"/><Relationship Id="rId10" Type="http://schemas.openxmlformats.org/officeDocument/2006/relationships/customXml" Target="../ink/ink7.xml"/><Relationship Id="rId4" Type="http://schemas.openxmlformats.org/officeDocument/2006/relationships/image" Target="../media/image9.png"/><Relationship Id="rId9" Type="http://schemas.openxmlformats.org/officeDocument/2006/relationships/image" Target="../media/image6.jpeg"/><Relationship Id="rId14" Type="http://schemas.openxmlformats.org/officeDocument/2006/relationships/customXml" Target="../ink/ink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0.jpeg"/><Relationship Id="rId7" Type="http://schemas.openxmlformats.org/officeDocument/2006/relationships/image" Target="../media/image2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23.png"/><Relationship Id="rId4" Type="http://schemas.openxmlformats.org/officeDocument/2006/relationships/customXml" Target="../ink/ink13.xml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21.xml"/><Relationship Id="rId18" Type="http://schemas.openxmlformats.org/officeDocument/2006/relationships/image" Target="../media/image28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22.png"/><Relationship Id="rId17" Type="http://schemas.openxmlformats.org/officeDocument/2006/relationships/customXml" Target="../ink/ink23.xml"/><Relationship Id="rId2" Type="http://schemas.openxmlformats.org/officeDocument/2006/relationships/image" Target="../media/image11.jpe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10" Type="http://schemas.openxmlformats.org/officeDocument/2006/relationships/image" Target="../media/image21.png"/><Relationship Id="rId4" Type="http://schemas.openxmlformats.org/officeDocument/2006/relationships/image" Target="../media/image12.png"/><Relationship Id="rId9" Type="http://schemas.openxmlformats.org/officeDocument/2006/relationships/customXml" Target="../ink/ink19.xml"/><Relationship Id="rId1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customXml" Target="../ink/ink29.xml"/><Relationship Id="rId18" Type="http://schemas.openxmlformats.org/officeDocument/2006/relationships/image" Target="../media/image37.png"/><Relationship Id="rId26" Type="http://schemas.openxmlformats.org/officeDocument/2006/relationships/image" Target="../media/image41.png"/><Relationship Id="rId3" Type="http://schemas.openxmlformats.org/officeDocument/2006/relationships/customXml" Target="../ink/ink24.xml"/><Relationship Id="rId21" Type="http://schemas.openxmlformats.org/officeDocument/2006/relationships/customXml" Target="../ink/ink33.xml"/><Relationship Id="rId7" Type="http://schemas.openxmlformats.org/officeDocument/2006/relationships/customXml" Target="../ink/ink26.xml"/><Relationship Id="rId12" Type="http://schemas.openxmlformats.org/officeDocument/2006/relationships/image" Target="../media/image34.png"/><Relationship Id="rId17" Type="http://schemas.openxmlformats.org/officeDocument/2006/relationships/customXml" Target="../ink/ink31.xml"/><Relationship Id="rId25" Type="http://schemas.openxmlformats.org/officeDocument/2006/relationships/customXml" Target="../ink/ink35.xml"/><Relationship Id="rId2" Type="http://schemas.openxmlformats.org/officeDocument/2006/relationships/image" Target="../media/image12.jpeg"/><Relationship Id="rId16" Type="http://schemas.openxmlformats.org/officeDocument/2006/relationships/image" Target="../media/image36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customXml" Target="../ink/ink28.xml"/><Relationship Id="rId24" Type="http://schemas.openxmlformats.org/officeDocument/2006/relationships/image" Target="../media/image40.png"/><Relationship Id="rId5" Type="http://schemas.openxmlformats.org/officeDocument/2006/relationships/customXml" Target="../ink/ink25.xml"/><Relationship Id="rId15" Type="http://schemas.openxmlformats.org/officeDocument/2006/relationships/customXml" Target="../ink/ink30.xml"/><Relationship Id="rId23" Type="http://schemas.openxmlformats.org/officeDocument/2006/relationships/customXml" Target="../ink/ink34.xml"/><Relationship Id="rId10" Type="http://schemas.openxmlformats.org/officeDocument/2006/relationships/image" Target="../media/image33.png"/><Relationship Id="rId19" Type="http://schemas.openxmlformats.org/officeDocument/2006/relationships/customXml" Target="../ink/ink32.xml"/><Relationship Id="rId4" Type="http://schemas.openxmlformats.org/officeDocument/2006/relationships/image" Target="../media/image30.png"/><Relationship Id="rId9" Type="http://schemas.openxmlformats.org/officeDocument/2006/relationships/customXml" Target="../ink/ink27.xml"/><Relationship Id="rId14" Type="http://schemas.openxmlformats.org/officeDocument/2006/relationships/image" Target="../media/image35.png"/><Relationship Id="rId22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customXml" Target="../ink/ink36.xml"/><Relationship Id="rId7" Type="http://schemas.openxmlformats.org/officeDocument/2006/relationships/customXml" Target="../ink/ink38.xml"/><Relationship Id="rId12" Type="http://schemas.openxmlformats.org/officeDocument/2006/relationships/image" Target="../media/image4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customXml" Target="../ink/ink40.xml"/><Relationship Id="rId5" Type="http://schemas.openxmlformats.org/officeDocument/2006/relationships/customXml" Target="../ink/ink37.xml"/><Relationship Id="rId10" Type="http://schemas.openxmlformats.org/officeDocument/2006/relationships/image" Target="../media/image29.png"/><Relationship Id="rId4" Type="http://schemas.openxmlformats.org/officeDocument/2006/relationships/image" Target="../media/image43.png"/><Relationship Id="rId9" Type="http://schemas.openxmlformats.org/officeDocument/2006/relationships/customXml" Target="../ink/ink39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4.xml"/><Relationship Id="rId21" Type="http://schemas.openxmlformats.org/officeDocument/2006/relationships/image" Target="../media/image54.png"/><Relationship Id="rId42" Type="http://schemas.openxmlformats.org/officeDocument/2006/relationships/customXml" Target="../ink/ink62.xml"/><Relationship Id="rId47" Type="http://schemas.openxmlformats.org/officeDocument/2006/relationships/image" Target="../media/image46.png"/><Relationship Id="rId63" Type="http://schemas.openxmlformats.org/officeDocument/2006/relationships/image" Target="../media/image72.png"/><Relationship Id="rId68" Type="http://schemas.openxmlformats.org/officeDocument/2006/relationships/customXml" Target="../ink/ink75.xml"/><Relationship Id="rId16" Type="http://schemas.openxmlformats.org/officeDocument/2006/relationships/image" Target="../media/image52.png"/><Relationship Id="rId11" Type="http://schemas.openxmlformats.org/officeDocument/2006/relationships/customXml" Target="../ink/ink45.xml"/><Relationship Id="rId24" Type="http://schemas.openxmlformats.org/officeDocument/2006/relationships/customXml" Target="../ink/ink53.xml"/><Relationship Id="rId32" Type="http://schemas.openxmlformats.org/officeDocument/2006/relationships/customXml" Target="../ink/ink57.xml"/><Relationship Id="rId37" Type="http://schemas.openxmlformats.org/officeDocument/2006/relationships/image" Target="../media/image62.png"/><Relationship Id="rId40" Type="http://schemas.openxmlformats.org/officeDocument/2006/relationships/customXml" Target="../ink/ink61.xml"/><Relationship Id="rId45" Type="http://schemas.openxmlformats.org/officeDocument/2006/relationships/image" Target="../media/image420.png"/><Relationship Id="rId53" Type="http://schemas.openxmlformats.org/officeDocument/2006/relationships/image" Target="../media/image67.png"/><Relationship Id="rId58" Type="http://schemas.openxmlformats.org/officeDocument/2006/relationships/customXml" Target="../ink/ink70.xml"/><Relationship Id="rId66" Type="http://schemas.openxmlformats.org/officeDocument/2006/relationships/customXml" Target="../ink/ink74.xml"/><Relationship Id="rId74" Type="http://schemas.openxmlformats.org/officeDocument/2006/relationships/customXml" Target="../ink/ink78.xml"/><Relationship Id="rId5" Type="http://schemas.openxmlformats.org/officeDocument/2006/relationships/customXml" Target="../ink/ink42.xml"/><Relationship Id="rId61" Type="http://schemas.openxmlformats.org/officeDocument/2006/relationships/image" Target="../media/image71.png"/><Relationship Id="rId19" Type="http://schemas.openxmlformats.org/officeDocument/2006/relationships/customXml" Target="../ink/ink50.xml"/><Relationship Id="rId14" Type="http://schemas.openxmlformats.org/officeDocument/2006/relationships/customXml" Target="../ink/ink47.xml"/><Relationship Id="rId22" Type="http://schemas.openxmlformats.org/officeDocument/2006/relationships/customXml" Target="../ink/ink52.xml"/><Relationship Id="rId27" Type="http://schemas.openxmlformats.org/officeDocument/2006/relationships/image" Target="../media/image57.png"/><Relationship Id="rId30" Type="http://schemas.openxmlformats.org/officeDocument/2006/relationships/customXml" Target="../ink/ink56.xml"/><Relationship Id="rId35" Type="http://schemas.openxmlformats.org/officeDocument/2006/relationships/image" Target="../media/image61.png"/><Relationship Id="rId43" Type="http://schemas.openxmlformats.org/officeDocument/2006/relationships/image" Target="../media/image290.png"/><Relationship Id="rId48" Type="http://schemas.openxmlformats.org/officeDocument/2006/relationships/customXml" Target="../ink/ink65.xml"/><Relationship Id="rId56" Type="http://schemas.openxmlformats.org/officeDocument/2006/relationships/customXml" Target="../ink/ink69.xml"/><Relationship Id="rId64" Type="http://schemas.openxmlformats.org/officeDocument/2006/relationships/customXml" Target="../ink/ink73.xml"/><Relationship Id="rId69" Type="http://schemas.openxmlformats.org/officeDocument/2006/relationships/image" Target="../media/image75.png"/><Relationship Id="rId77" Type="http://schemas.openxmlformats.org/officeDocument/2006/relationships/image" Target="../media/image79.png"/><Relationship Id="rId8" Type="http://schemas.openxmlformats.org/officeDocument/2006/relationships/image" Target="../media/image49.png"/><Relationship Id="rId51" Type="http://schemas.openxmlformats.org/officeDocument/2006/relationships/image" Target="../media/image66.png"/><Relationship Id="rId72" Type="http://schemas.openxmlformats.org/officeDocument/2006/relationships/customXml" Target="../ink/ink77.xml"/><Relationship Id="rId3" Type="http://schemas.openxmlformats.org/officeDocument/2006/relationships/customXml" Target="../ink/ink41.xml"/><Relationship Id="rId12" Type="http://schemas.openxmlformats.org/officeDocument/2006/relationships/image" Target="../media/image51.png"/><Relationship Id="rId17" Type="http://schemas.openxmlformats.org/officeDocument/2006/relationships/customXml" Target="../ink/ink49.xml"/><Relationship Id="rId25" Type="http://schemas.openxmlformats.org/officeDocument/2006/relationships/image" Target="../media/image56.png"/><Relationship Id="rId33" Type="http://schemas.openxmlformats.org/officeDocument/2006/relationships/image" Target="../media/image60.png"/><Relationship Id="rId38" Type="http://schemas.openxmlformats.org/officeDocument/2006/relationships/customXml" Target="../ink/ink60.xml"/><Relationship Id="rId46" Type="http://schemas.openxmlformats.org/officeDocument/2006/relationships/customXml" Target="../ink/ink64.xml"/><Relationship Id="rId59" Type="http://schemas.openxmlformats.org/officeDocument/2006/relationships/image" Target="../media/image70.png"/><Relationship Id="rId67" Type="http://schemas.openxmlformats.org/officeDocument/2006/relationships/image" Target="../media/image74.png"/><Relationship Id="rId20" Type="http://schemas.openxmlformats.org/officeDocument/2006/relationships/customXml" Target="../ink/ink51.xml"/><Relationship Id="rId41" Type="http://schemas.openxmlformats.org/officeDocument/2006/relationships/image" Target="../media/image64.png"/><Relationship Id="rId54" Type="http://schemas.openxmlformats.org/officeDocument/2006/relationships/customXml" Target="../ink/ink68.xml"/><Relationship Id="rId62" Type="http://schemas.openxmlformats.org/officeDocument/2006/relationships/customXml" Target="../ink/ink72.xml"/><Relationship Id="rId70" Type="http://schemas.openxmlformats.org/officeDocument/2006/relationships/customXml" Target="../ink/ink76.xml"/><Relationship Id="rId75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5" Type="http://schemas.openxmlformats.org/officeDocument/2006/relationships/customXml" Target="../ink/ink48.xml"/><Relationship Id="rId23" Type="http://schemas.openxmlformats.org/officeDocument/2006/relationships/image" Target="../media/image55.png"/><Relationship Id="rId28" Type="http://schemas.openxmlformats.org/officeDocument/2006/relationships/customXml" Target="../ink/ink55.xml"/><Relationship Id="rId36" Type="http://schemas.openxmlformats.org/officeDocument/2006/relationships/customXml" Target="../ink/ink59.xml"/><Relationship Id="rId49" Type="http://schemas.openxmlformats.org/officeDocument/2006/relationships/image" Target="../media/image65.png"/><Relationship Id="rId57" Type="http://schemas.openxmlformats.org/officeDocument/2006/relationships/image" Target="../media/image69.png"/><Relationship Id="rId10" Type="http://schemas.openxmlformats.org/officeDocument/2006/relationships/image" Target="../media/image50.png"/><Relationship Id="rId31" Type="http://schemas.openxmlformats.org/officeDocument/2006/relationships/image" Target="../media/image59.png"/><Relationship Id="rId44" Type="http://schemas.openxmlformats.org/officeDocument/2006/relationships/customXml" Target="../ink/ink63.xml"/><Relationship Id="rId52" Type="http://schemas.openxmlformats.org/officeDocument/2006/relationships/customXml" Target="../ink/ink67.xml"/><Relationship Id="rId60" Type="http://schemas.openxmlformats.org/officeDocument/2006/relationships/customXml" Target="../ink/ink71.xml"/><Relationship Id="rId65" Type="http://schemas.openxmlformats.org/officeDocument/2006/relationships/image" Target="../media/image73.png"/><Relationship Id="rId73" Type="http://schemas.openxmlformats.org/officeDocument/2006/relationships/image" Target="../media/image77.png"/><Relationship Id="rId4" Type="http://schemas.openxmlformats.org/officeDocument/2006/relationships/image" Target="../media/image47.png"/><Relationship Id="rId9" Type="http://schemas.openxmlformats.org/officeDocument/2006/relationships/customXml" Target="../ink/ink44.xml"/><Relationship Id="rId13" Type="http://schemas.openxmlformats.org/officeDocument/2006/relationships/customXml" Target="../ink/ink46.xml"/><Relationship Id="rId18" Type="http://schemas.openxmlformats.org/officeDocument/2006/relationships/image" Target="../media/image53.png"/><Relationship Id="rId39" Type="http://schemas.openxmlformats.org/officeDocument/2006/relationships/image" Target="../media/image63.png"/><Relationship Id="rId34" Type="http://schemas.openxmlformats.org/officeDocument/2006/relationships/customXml" Target="../ink/ink58.xml"/><Relationship Id="rId50" Type="http://schemas.openxmlformats.org/officeDocument/2006/relationships/customXml" Target="../ink/ink66.xml"/><Relationship Id="rId55" Type="http://schemas.openxmlformats.org/officeDocument/2006/relationships/image" Target="../media/image68.png"/><Relationship Id="rId76" Type="http://schemas.openxmlformats.org/officeDocument/2006/relationships/customXml" Target="../ink/ink79.xml"/><Relationship Id="rId7" Type="http://schemas.openxmlformats.org/officeDocument/2006/relationships/customXml" Target="../ink/ink43.xml"/><Relationship Id="rId71" Type="http://schemas.openxmlformats.org/officeDocument/2006/relationships/image" Target="../media/image76.png"/><Relationship Id="rId2" Type="http://schemas.openxmlformats.org/officeDocument/2006/relationships/image" Target="../media/image14.jpeg"/><Relationship Id="rId29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customXml" Target="../ink/ink85.xml"/><Relationship Id="rId3" Type="http://schemas.openxmlformats.org/officeDocument/2006/relationships/customXml" Target="../ink/ink80.xml"/><Relationship Id="rId7" Type="http://schemas.openxmlformats.org/officeDocument/2006/relationships/customXml" Target="../ink/ink82.xml"/><Relationship Id="rId12" Type="http://schemas.openxmlformats.org/officeDocument/2006/relationships/image" Target="../media/image700.png"/><Relationship Id="rId2" Type="http://schemas.openxmlformats.org/officeDocument/2006/relationships/image" Target="../media/image15.jpeg"/><Relationship Id="rId16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0.png"/><Relationship Id="rId11" Type="http://schemas.openxmlformats.org/officeDocument/2006/relationships/customXml" Target="../ink/ink84.xml"/><Relationship Id="rId5" Type="http://schemas.openxmlformats.org/officeDocument/2006/relationships/customXml" Target="../ink/ink81.xml"/><Relationship Id="rId15" Type="http://schemas.openxmlformats.org/officeDocument/2006/relationships/customXml" Target="../ink/ink86.xml"/><Relationship Id="rId10" Type="http://schemas.openxmlformats.org/officeDocument/2006/relationships/image" Target="../media/image690.png"/><Relationship Id="rId4" Type="http://schemas.openxmlformats.org/officeDocument/2006/relationships/image" Target="../media/image660.png"/><Relationship Id="rId9" Type="http://schemas.openxmlformats.org/officeDocument/2006/relationships/customXml" Target="../ink/ink83.xml"/><Relationship Id="rId14" Type="http://schemas.openxmlformats.org/officeDocument/2006/relationships/image" Target="../media/image71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0.png"/><Relationship Id="rId18" Type="http://schemas.openxmlformats.org/officeDocument/2006/relationships/image" Target="../media/image820.png"/><Relationship Id="rId26" Type="http://schemas.openxmlformats.org/officeDocument/2006/relationships/image" Target="../media/image86.png"/><Relationship Id="rId39" Type="http://schemas.openxmlformats.org/officeDocument/2006/relationships/customXml" Target="../ink/ink105.xml"/><Relationship Id="rId21" Type="http://schemas.openxmlformats.org/officeDocument/2006/relationships/customXml" Target="../ink/ink95.xml"/><Relationship Id="rId34" Type="http://schemas.openxmlformats.org/officeDocument/2006/relationships/image" Target="../media/image90.png"/><Relationship Id="rId42" Type="http://schemas.openxmlformats.org/officeDocument/2006/relationships/image" Target="../media/image93.png"/><Relationship Id="rId7" Type="http://schemas.openxmlformats.org/officeDocument/2006/relationships/image" Target="../media/image760.png"/><Relationship Id="rId2" Type="http://schemas.openxmlformats.org/officeDocument/2006/relationships/image" Target="../media/image16.jpeg"/><Relationship Id="rId16" Type="http://schemas.openxmlformats.org/officeDocument/2006/relationships/image" Target="../media/image81.png"/><Relationship Id="rId20" Type="http://schemas.openxmlformats.org/officeDocument/2006/relationships/image" Target="../media/image830.png"/><Relationship Id="rId29" Type="http://schemas.openxmlformats.org/officeDocument/2006/relationships/customXml" Target="../ink/ink99.xml"/><Relationship Id="rId41" Type="http://schemas.openxmlformats.org/officeDocument/2006/relationships/customXml" Target="../ink/ink10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8.xml"/><Relationship Id="rId11" Type="http://schemas.openxmlformats.org/officeDocument/2006/relationships/image" Target="../media/image780.png"/><Relationship Id="rId24" Type="http://schemas.openxmlformats.org/officeDocument/2006/relationships/image" Target="../media/image85.png"/><Relationship Id="rId32" Type="http://schemas.openxmlformats.org/officeDocument/2006/relationships/image" Target="../media/image89.png"/><Relationship Id="rId37" Type="http://schemas.openxmlformats.org/officeDocument/2006/relationships/customXml" Target="../ink/ink104.xml"/><Relationship Id="rId40" Type="http://schemas.openxmlformats.org/officeDocument/2006/relationships/image" Target="../media/image92.png"/><Relationship Id="rId5" Type="http://schemas.openxmlformats.org/officeDocument/2006/relationships/image" Target="../media/image750.png"/><Relationship Id="rId15" Type="http://schemas.openxmlformats.org/officeDocument/2006/relationships/image" Target="../media/image80.png"/><Relationship Id="rId23" Type="http://schemas.openxmlformats.org/officeDocument/2006/relationships/customXml" Target="../ink/ink96.xml"/><Relationship Id="rId28" Type="http://schemas.openxmlformats.org/officeDocument/2006/relationships/image" Target="../media/image87.png"/><Relationship Id="rId36" Type="http://schemas.openxmlformats.org/officeDocument/2006/relationships/customXml" Target="../ink/ink103.xml"/><Relationship Id="rId10" Type="http://schemas.openxmlformats.org/officeDocument/2006/relationships/customXml" Target="../ink/ink90.xml"/><Relationship Id="rId19" Type="http://schemas.openxmlformats.org/officeDocument/2006/relationships/customXml" Target="../ink/ink94.xml"/><Relationship Id="rId31" Type="http://schemas.openxmlformats.org/officeDocument/2006/relationships/customXml" Target="../ink/ink100.xml"/><Relationship Id="rId4" Type="http://schemas.openxmlformats.org/officeDocument/2006/relationships/customXml" Target="../ink/ink87.xml"/><Relationship Id="rId9" Type="http://schemas.openxmlformats.org/officeDocument/2006/relationships/image" Target="../media/image770.png"/><Relationship Id="rId14" Type="http://schemas.openxmlformats.org/officeDocument/2006/relationships/customXml" Target="../ink/ink92.xml"/><Relationship Id="rId22" Type="http://schemas.openxmlformats.org/officeDocument/2006/relationships/image" Target="../media/image84.png"/><Relationship Id="rId27" Type="http://schemas.openxmlformats.org/officeDocument/2006/relationships/customXml" Target="../ink/ink98.xml"/><Relationship Id="rId30" Type="http://schemas.openxmlformats.org/officeDocument/2006/relationships/image" Target="../media/image88.png"/><Relationship Id="rId35" Type="http://schemas.openxmlformats.org/officeDocument/2006/relationships/customXml" Target="../ink/ink102.xml"/><Relationship Id="rId8" Type="http://schemas.openxmlformats.org/officeDocument/2006/relationships/customXml" Target="../ink/ink89.xml"/><Relationship Id="rId3" Type="http://schemas.openxmlformats.org/officeDocument/2006/relationships/image" Target="../media/image17.jpeg"/><Relationship Id="rId12" Type="http://schemas.openxmlformats.org/officeDocument/2006/relationships/customXml" Target="../ink/ink91.xml"/><Relationship Id="rId17" Type="http://schemas.openxmlformats.org/officeDocument/2006/relationships/customXml" Target="../ink/ink93.xml"/><Relationship Id="rId25" Type="http://schemas.openxmlformats.org/officeDocument/2006/relationships/customXml" Target="../ink/ink97.xml"/><Relationship Id="rId33" Type="http://schemas.openxmlformats.org/officeDocument/2006/relationships/customXml" Target="../ink/ink101.xml"/><Relationship Id="rId38" Type="http://schemas.openxmlformats.org/officeDocument/2006/relationships/image" Target="../media/image9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9.xml"/><Relationship Id="rId13" Type="http://schemas.openxmlformats.org/officeDocument/2006/relationships/image" Target="../media/image97.png"/><Relationship Id="rId18" Type="http://schemas.openxmlformats.org/officeDocument/2006/relationships/customXml" Target="../ink/ink115.xml"/><Relationship Id="rId3" Type="http://schemas.openxmlformats.org/officeDocument/2006/relationships/customXml" Target="../ink/ink107.xml"/><Relationship Id="rId21" Type="http://schemas.openxmlformats.org/officeDocument/2006/relationships/image" Target="../media/image100.png"/><Relationship Id="rId7" Type="http://schemas.openxmlformats.org/officeDocument/2006/relationships/image" Target="../media/image870.png"/><Relationship Id="rId12" Type="http://schemas.openxmlformats.org/officeDocument/2006/relationships/customXml" Target="../ink/ink111.xml"/><Relationship Id="rId17" Type="http://schemas.openxmlformats.org/officeDocument/2006/relationships/customXml" Target="../ink/ink114.xml"/><Relationship Id="rId25" Type="http://schemas.openxmlformats.org/officeDocument/2006/relationships/image" Target="../media/image102.png"/><Relationship Id="rId2" Type="http://schemas.openxmlformats.org/officeDocument/2006/relationships/image" Target="../media/image82.jpeg"/><Relationship Id="rId16" Type="http://schemas.openxmlformats.org/officeDocument/2006/relationships/customXml" Target="../ink/ink113.xml"/><Relationship Id="rId20" Type="http://schemas.openxmlformats.org/officeDocument/2006/relationships/customXml" Target="../ink/ink1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8.xml"/><Relationship Id="rId11" Type="http://schemas.openxmlformats.org/officeDocument/2006/relationships/image" Target="../media/image96.png"/><Relationship Id="rId24" Type="http://schemas.openxmlformats.org/officeDocument/2006/relationships/customXml" Target="../ink/ink118.xml"/><Relationship Id="rId5" Type="http://schemas.openxmlformats.org/officeDocument/2006/relationships/image" Target="../media/image83.jpeg"/><Relationship Id="rId15" Type="http://schemas.openxmlformats.org/officeDocument/2006/relationships/image" Target="../media/image98.png"/><Relationship Id="rId23" Type="http://schemas.openxmlformats.org/officeDocument/2006/relationships/image" Target="../media/image101.png"/><Relationship Id="rId10" Type="http://schemas.openxmlformats.org/officeDocument/2006/relationships/customXml" Target="../ink/ink110.xml"/><Relationship Id="rId19" Type="http://schemas.openxmlformats.org/officeDocument/2006/relationships/image" Target="../media/image99.png"/><Relationship Id="rId4" Type="http://schemas.openxmlformats.org/officeDocument/2006/relationships/image" Target="../media/image51.png"/><Relationship Id="rId9" Type="http://schemas.openxmlformats.org/officeDocument/2006/relationships/image" Target="../media/image880.png"/><Relationship Id="rId14" Type="http://schemas.openxmlformats.org/officeDocument/2006/relationships/customXml" Target="../ink/ink112.xml"/><Relationship Id="rId22" Type="http://schemas.openxmlformats.org/officeDocument/2006/relationships/customXml" Target="../ink/ink1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4083E-8ADC-CF9C-47AA-07D951867A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Generative Models</a:t>
            </a:r>
            <a:br>
              <a:rPr lang="en-US" altLang="ko-KR" dirty="0"/>
            </a:br>
            <a:r>
              <a:rPr lang="en-US" altLang="ko-KR" dirty="0"/>
              <a:t>Lecture 13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9D246A-66D9-FF5F-38D3-E8A7FF638E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21011290 </a:t>
            </a:r>
            <a:r>
              <a:rPr lang="ko-KR" altLang="en-US" dirty="0"/>
              <a:t>전승윤</a:t>
            </a:r>
          </a:p>
        </p:txBody>
      </p:sp>
    </p:spTree>
    <p:extLst>
      <p:ext uri="{BB962C8B-B14F-4D97-AF65-F5344CB8AC3E}">
        <p14:creationId xmlns:p14="http://schemas.microsoft.com/office/powerpoint/2010/main" val="30400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406E9-4458-F778-F539-43E05758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 모델의 목표 </a:t>
            </a:r>
            <a:r>
              <a:rPr lang="en-US" altLang="ko-KR" dirty="0"/>
              <a:t>(</a:t>
            </a:r>
            <a:r>
              <a:rPr lang="ko-KR" altLang="en-US" dirty="0"/>
              <a:t>큰 그림은</a:t>
            </a:r>
            <a:r>
              <a:rPr lang="en-US" altLang="ko-KR" dirty="0"/>
              <a:t>?)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945CAAB-393E-749E-9206-3247A30C2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64" y="1690688"/>
            <a:ext cx="7316190" cy="43002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517E39BE-C244-C9F7-0FB1-CFD7F29F2F5C}"/>
                  </a:ext>
                </a:extLst>
              </p14:cNvPr>
              <p14:cNvContentPartPr/>
              <p14:nvPr/>
            </p14:nvContentPartPr>
            <p14:xfrm>
              <a:off x="9500129" y="2790547"/>
              <a:ext cx="720" cy="4284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517E39BE-C244-C9F7-0FB1-CFD7F29F2F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82129" y="2781547"/>
                <a:ext cx="36000" cy="44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F4E9B59D-1E53-6C90-395D-F367C49EC498}"/>
              </a:ext>
            </a:extLst>
          </p:cNvPr>
          <p:cNvGrpSpPr/>
          <p:nvPr/>
        </p:nvGrpSpPr>
        <p:grpSpPr>
          <a:xfrm>
            <a:off x="9401849" y="3095827"/>
            <a:ext cx="212760" cy="134280"/>
            <a:chOff x="9401849" y="3095827"/>
            <a:chExt cx="21276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053AA45-3221-70C3-3866-460BB549056A}"/>
                    </a:ext>
                  </a:extLst>
                </p14:cNvPr>
                <p14:cNvContentPartPr/>
                <p14:nvPr/>
              </p14:nvContentPartPr>
              <p14:xfrm>
                <a:off x="9401849" y="3103747"/>
                <a:ext cx="122400" cy="1148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053AA45-3221-70C3-3866-460BB54905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92849" y="3095107"/>
                  <a:ext cx="140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35F6AC7-9A03-0865-B49B-99B17989B73A}"/>
                    </a:ext>
                  </a:extLst>
                </p14:cNvPr>
                <p14:cNvContentPartPr/>
                <p14:nvPr/>
              </p14:nvContentPartPr>
              <p14:xfrm>
                <a:off x="9535409" y="3095827"/>
                <a:ext cx="79200" cy="1342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35F6AC7-9A03-0865-B49B-99B17989B73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26769" y="3087187"/>
                  <a:ext cx="96840" cy="151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5DDF6FA-8711-A980-4D27-DABC4A92B6D7}"/>
              </a:ext>
            </a:extLst>
          </p:cNvPr>
          <p:cNvSpPr txBox="1"/>
          <p:nvPr/>
        </p:nvSpPr>
        <p:spPr>
          <a:xfrm>
            <a:off x="184731" y="2686666"/>
            <a:ext cx="42855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</a:t>
            </a:r>
            <a:r>
              <a:rPr lang="en-US" altLang="ko-KR" sz="1400" dirty="0" err="1"/>
              <a:t>data</a:t>
            </a:r>
            <a:r>
              <a:rPr lang="en-US" altLang="ko-KR" dirty="0"/>
              <a:t> = </a:t>
            </a:r>
            <a:r>
              <a:rPr lang="ko-KR" altLang="en-US" dirty="0"/>
              <a:t>진짜 데이터 분포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</a:t>
            </a:r>
            <a:r>
              <a:rPr lang="el-GR" altLang="ko-KR" sz="1050" dirty="0"/>
              <a:t>θ</a:t>
            </a:r>
            <a:r>
              <a:rPr lang="en-US" altLang="ko-KR" sz="1050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우리의 생성 모델이 만드는 데이터 분포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이 둘 간의 거리 </a:t>
            </a:r>
            <a:r>
              <a:rPr lang="en-US" altLang="ko-KR" dirty="0">
                <a:solidFill>
                  <a:srgbClr val="FF0000"/>
                </a:solidFill>
              </a:rPr>
              <a:t>d</a:t>
            </a:r>
            <a:r>
              <a:rPr lang="ko-KR" altLang="en-US" dirty="0">
                <a:solidFill>
                  <a:srgbClr val="FF0000"/>
                </a:solidFill>
              </a:rPr>
              <a:t>를 최소화하자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348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A817E-EE6D-51A2-B260-DB9CC562B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103868"/>
            <a:ext cx="10515600" cy="1325563"/>
          </a:xfrm>
        </p:spPr>
        <p:txBody>
          <a:bodyPr/>
          <a:lstStyle/>
          <a:p>
            <a:r>
              <a:rPr lang="ko-KR" altLang="en-US" dirty="0"/>
              <a:t>확률 밀도 모델의 장단점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AC8A92-1E1D-D241-1F49-76F30B13C2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9831" y="1601003"/>
            <a:ext cx="11112337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1)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자기회귀 모델 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Autoregressive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): 데이터를 순차적으로 생성.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2)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흐름 모델 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Flow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models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): 가역적인 함수를 통해 데이터를 변환.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3)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VAE 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Variational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Autoencoders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): 잠재 공간(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Z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)을 통해 확률을 근사. 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4) 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에너지 기반 모델 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EBMs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): 에너지를 정의하고 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소프트맥스와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유사한 정규화 상수(</a:t>
            </a: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Z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(</a:t>
            </a:r>
            <a:r>
              <a:rPr lang="el-GR" altLang="ko-KR" sz="2000" dirty="0"/>
              <a:t>θ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))를 사용. </a:t>
            </a: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모두 확률 밀도 함수 </a:t>
            </a:r>
            <a:r>
              <a:rPr lang="en-US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P(x)</a:t>
            </a:r>
            <a:r>
              <a:rPr lang="ko-KR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를</a:t>
            </a:r>
            <a:r>
              <a:rPr lang="en-US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직접 구하려고 함</a:t>
            </a:r>
            <a:r>
              <a:rPr lang="en-US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ko-KR" sz="20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확률은 다 더해서 </a:t>
            </a:r>
            <a:r>
              <a:rPr lang="en-US" altLang="ko-KR" sz="18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ko-KR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이 되어야 한다는 규칙 때문에</a:t>
            </a:r>
            <a:r>
              <a:rPr lang="en-US" altLang="ko-KR" sz="1800" dirty="0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분모인 정규화 상수 </a:t>
            </a:r>
            <a:r>
              <a:rPr lang="en-US" altLang="ko-KR" sz="1800" dirty="0">
                <a:solidFill>
                  <a:srgbClr val="FF0000"/>
                </a:solidFill>
                <a:latin typeface="Arial" panose="020B0604020202020204" pitchFamily="34" charset="0"/>
              </a:rPr>
              <a:t>Z(</a:t>
            </a:r>
            <a:r>
              <a:rPr lang="el-GR" altLang="ko-KR" sz="1800" dirty="0">
                <a:solidFill>
                  <a:srgbClr val="FF0000"/>
                </a:solidFill>
              </a:rPr>
              <a:t>θ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  <a:r>
              <a:rPr lang="ko-KR" altLang="en-US" sz="1800" dirty="0">
                <a:solidFill>
                  <a:srgbClr val="FF0000"/>
                </a:solidFill>
              </a:rPr>
              <a:t>를 </a:t>
            </a:r>
            <a:r>
              <a:rPr lang="ko-KR" altLang="en-US" sz="1800" dirty="0" err="1">
                <a:solidFill>
                  <a:srgbClr val="FF0000"/>
                </a:solidFill>
              </a:rPr>
              <a:t>계산해야함</a:t>
            </a:r>
            <a:r>
              <a:rPr lang="en-US" altLang="ko-KR" sz="1800" dirty="0">
                <a:solidFill>
                  <a:srgbClr val="FF0000"/>
                </a:solidFill>
              </a:rPr>
              <a:t>. </a:t>
            </a:r>
            <a:r>
              <a:rPr lang="en-US" altLang="ko-KR" sz="1800" dirty="0">
                <a:solidFill>
                  <a:srgbClr val="002060"/>
                </a:solidFill>
              </a:rPr>
              <a:t>(</a:t>
            </a:r>
            <a:r>
              <a:rPr lang="ko-KR" altLang="en-US" sz="1800" dirty="0">
                <a:solidFill>
                  <a:srgbClr val="002060"/>
                </a:solidFill>
              </a:rPr>
              <a:t>불가능</a:t>
            </a:r>
            <a:r>
              <a:rPr lang="en-US" altLang="ko-KR" sz="1800" dirty="0">
                <a:solidFill>
                  <a:srgbClr val="002060"/>
                </a:solidFill>
              </a:rPr>
              <a:t>, </a:t>
            </a:r>
            <a:r>
              <a:rPr lang="ko-KR" altLang="en-US" sz="1800" dirty="0">
                <a:solidFill>
                  <a:srgbClr val="002060"/>
                </a:solidFill>
              </a:rPr>
              <a:t>문제점</a:t>
            </a:r>
            <a:r>
              <a:rPr lang="en-US" altLang="ko-KR" sz="1800" dirty="0">
                <a:solidFill>
                  <a:srgbClr val="002060"/>
                </a:solidFill>
              </a:rPr>
              <a:t>)</a:t>
            </a:r>
            <a:endParaRPr lang="en-US" altLang="ko-KR" sz="18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20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ko-KR" altLang="ko-KR" sz="20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44D49D-9E7F-CFD6-B0BC-DECF0F996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4272742"/>
            <a:ext cx="10648950" cy="232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2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EB66D-EC69-AEB5-57FE-A6D2CC3F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7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샘플링 기반 방식</a:t>
            </a:r>
            <a:r>
              <a:rPr lang="en-US" altLang="ko-KR" dirty="0"/>
              <a:t>(GAN)</a:t>
            </a:r>
            <a:r>
              <a:rPr lang="ko-KR" altLang="en-US" dirty="0"/>
              <a:t>의 장단점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EC5D2-4ED0-AE3C-60EA-275C04C71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197" y="13438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1)</a:t>
            </a:r>
            <a:r>
              <a:rPr lang="ko-KR" altLang="en-US" sz="1800" dirty="0"/>
              <a:t>장점 </a:t>
            </a:r>
            <a:r>
              <a:rPr lang="en-US" altLang="ko-KR" sz="1800" dirty="0">
                <a:solidFill>
                  <a:srgbClr val="FF0000"/>
                </a:solidFill>
              </a:rPr>
              <a:t>(</a:t>
            </a:r>
            <a:r>
              <a:rPr lang="ko-KR" altLang="en-US" sz="1800" dirty="0">
                <a:solidFill>
                  <a:srgbClr val="FF0000"/>
                </a:solidFill>
              </a:rPr>
              <a:t>문제해결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>
                <a:solidFill>
                  <a:srgbClr val="FF0000"/>
                </a:solidFill>
              </a:rPr>
              <a:t>확률 계산을 포기</a:t>
            </a:r>
            <a:r>
              <a:rPr lang="ko-KR" altLang="en-US" sz="1800" dirty="0"/>
              <a:t>하고 </a:t>
            </a:r>
            <a:r>
              <a:rPr lang="en-US" altLang="ko-KR" sz="1800" dirty="0"/>
              <a:t>'</a:t>
            </a:r>
            <a:r>
              <a:rPr lang="ko-KR" altLang="en-US" sz="1800" dirty="0"/>
              <a:t>그리기 샘플링</a:t>
            </a:r>
            <a:r>
              <a:rPr lang="en-US" altLang="ko-KR" sz="1800" dirty="0"/>
              <a:t>' </a:t>
            </a:r>
            <a:r>
              <a:rPr lang="ko-KR" altLang="en-US" sz="1800" dirty="0"/>
              <a:t>과정에만 집중</a:t>
            </a:r>
            <a:r>
              <a:rPr lang="en-US" altLang="ko-KR" sz="1800" dirty="0"/>
              <a:t>, </a:t>
            </a:r>
            <a:r>
              <a:rPr lang="ko-KR" altLang="en-US" sz="1800" dirty="0"/>
              <a:t>샘플의 품질 매우 뛰어남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r>
              <a:rPr lang="en-US" altLang="ko-KR" sz="1800" dirty="0"/>
              <a:t>2)</a:t>
            </a:r>
            <a:r>
              <a:rPr lang="ko-KR" altLang="en-US" sz="1800" dirty="0"/>
              <a:t>단점 </a:t>
            </a:r>
            <a:r>
              <a:rPr lang="en-US" altLang="ko-KR" sz="1800" dirty="0">
                <a:solidFill>
                  <a:srgbClr val="FF0000"/>
                </a:solidFill>
              </a:rPr>
              <a:t>(</a:t>
            </a:r>
            <a:r>
              <a:rPr lang="ko-KR" altLang="en-US" sz="1800" dirty="0">
                <a:solidFill>
                  <a:srgbClr val="FF0000"/>
                </a:solidFill>
              </a:rPr>
              <a:t>문제점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적대적 학습이 불안정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한 가지 이미지만 계속 그리는 모드 붕괴</a:t>
            </a:r>
            <a:r>
              <a:rPr lang="en-US" altLang="ko-KR" sz="1800" dirty="0"/>
              <a:t>(Mode collapse)</a:t>
            </a:r>
            <a:r>
              <a:rPr lang="ko-KR" altLang="en-US" sz="1800" dirty="0"/>
              <a:t>가 발생하기 쉬움</a:t>
            </a:r>
            <a:r>
              <a:rPr lang="en-US" altLang="ko-KR" sz="1800" dirty="0"/>
              <a:t>. </a:t>
            </a:r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모델 비교나 학습 종료 시점이 불분명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979619-8F1E-6225-C959-D4315AEA1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297" y="4067061"/>
            <a:ext cx="3619500" cy="1981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E62770-21EF-1CD0-D4E4-E169ED497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97" y="4067061"/>
            <a:ext cx="589597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5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36574-C519-5EA8-1DF2-7E02766D3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21" y="0"/>
            <a:ext cx="10515600" cy="1325563"/>
          </a:xfrm>
        </p:spPr>
        <p:txBody>
          <a:bodyPr/>
          <a:lstStyle/>
          <a:p>
            <a:r>
              <a:rPr lang="ko-KR" altLang="en-US" dirty="0"/>
              <a:t>스코어 함수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64783F-F626-DF5D-9368-863812C750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6476" y="1325563"/>
            <a:ext cx="12026113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산의 높이(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p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(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x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)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직접 재는 게 너무 힘들다면, 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산의 모든 지점에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'정상(확률이 높은 곳)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으로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 가려면 어디로 가야 하는지'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알려주는 화살표만 꽂아두면 어떨까?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800" dirty="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800" dirty="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dirty="0"/>
              <a:t>스코어는 데이터 공간의 각 지점에서 어느 방향으로 가야 </a:t>
            </a:r>
            <a:endParaRPr lang="en-US" altLang="ko-KR" sz="1800" dirty="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800" dirty="0"/>
              <a:t>데이터가 더 진짜 같아지는지를 알려주는 </a:t>
            </a:r>
            <a:r>
              <a:rPr lang="en-US" altLang="ko-KR" sz="1800" dirty="0">
                <a:solidFill>
                  <a:srgbClr val="FF0000"/>
                </a:solidFill>
              </a:rPr>
              <a:t>Vector Field</a:t>
            </a:r>
            <a:r>
              <a:rPr lang="ko-KR" altLang="en-US" sz="1800" dirty="0"/>
              <a:t>와 같다</a:t>
            </a:r>
            <a:r>
              <a:rPr lang="en-US" altLang="ko-KR" sz="1800" dirty="0"/>
              <a:t>.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                                                                                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40DECB-B67B-0B83-64BA-C61D2C65E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76" y="1998439"/>
            <a:ext cx="5543550" cy="790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11A407-8CE2-4A2B-81C7-812A8ADF5791}"/>
              </a:ext>
            </a:extLst>
          </p:cNvPr>
          <p:cNvSpPr txBox="1"/>
          <p:nvPr/>
        </p:nvSpPr>
        <p:spPr>
          <a:xfrm>
            <a:off x="6191976" y="2209060"/>
            <a:ext cx="476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로그 확률 밀도의 </a:t>
            </a:r>
            <a:r>
              <a:rPr lang="ko-KR" altLang="en-US" dirty="0" err="1"/>
              <a:t>그래디언트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스코어 함수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BD890707-8906-9690-7492-6DA3856A9B56}"/>
                  </a:ext>
                </a:extLst>
              </p14:cNvPr>
              <p14:cNvContentPartPr/>
              <p14:nvPr/>
            </p14:nvContentPartPr>
            <p14:xfrm>
              <a:off x="5925689" y="2386987"/>
              <a:ext cx="368640" cy="72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BD890707-8906-9690-7492-6DA3856A9B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16689" y="2368987"/>
                <a:ext cx="3862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1AEFD901-29F6-BDD2-C65D-A4C193E14D7C}"/>
              </a:ext>
            </a:extLst>
          </p:cNvPr>
          <p:cNvGrpSpPr/>
          <p:nvPr/>
        </p:nvGrpSpPr>
        <p:grpSpPr>
          <a:xfrm>
            <a:off x="6064289" y="2272867"/>
            <a:ext cx="229680" cy="295200"/>
            <a:chOff x="6064289" y="2272867"/>
            <a:chExt cx="22968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880912F-B8C3-0C0B-1E4C-7436946D0173}"/>
                    </a:ext>
                  </a:extLst>
                </p14:cNvPr>
                <p14:cNvContentPartPr/>
                <p14:nvPr/>
              </p14:nvContentPartPr>
              <p14:xfrm>
                <a:off x="6064289" y="2272867"/>
                <a:ext cx="205920" cy="1144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880912F-B8C3-0C0B-1E4C-7436946D017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55289" y="2264227"/>
                  <a:ext cx="223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588B578-536D-BC07-0F52-8E05279B6C37}"/>
                    </a:ext>
                  </a:extLst>
                </p14:cNvPr>
                <p14:cNvContentPartPr/>
                <p14:nvPr/>
              </p14:nvContentPartPr>
              <p14:xfrm>
                <a:off x="6107849" y="2398507"/>
                <a:ext cx="186120" cy="1695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588B578-536D-BC07-0F52-8E05279B6C3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99209" y="2389867"/>
                  <a:ext cx="203760" cy="187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80859160-BB13-5FD1-4B9E-3AA37C846F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96" y="2789014"/>
            <a:ext cx="3667125" cy="401955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F35D0A04-948E-3663-6C65-5DF39BF6269E}"/>
              </a:ext>
            </a:extLst>
          </p:cNvPr>
          <p:cNvGrpSpPr/>
          <p:nvPr/>
        </p:nvGrpSpPr>
        <p:grpSpPr>
          <a:xfrm>
            <a:off x="7790087" y="3336667"/>
            <a:ext cx="713160" cy="2323440"/>
            <a:chOff x="7790087" y="3336667"/>
            <a:chExt cx="713160" cy="23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4DF35AB7-89FC-39F5-9A42-453B4703EDCD}"/>
                    </a:ext>
                  </a:extLst>
                </p14:cNvPr>
                <p14:cNvContentPartPr/>
                <p14:nvPr/>
              </p14:nvContentPartPr>
              <p14:xfrm>
                <a:off x="7790087" y="3336667"/>
                <a:ext cx="701640" cy="23234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4DF35AB7-89FC-39F5-9A42-453B4703ED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54087" y="3300667"/>
                  <a:ext cx="773280" cy="23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F1F3B0D-F95D-61A8-C54E-3CF72329FD62}"/>
                    </a:ext>
                  </a:extLst>
                </p14:cNvPr>
                <p14:cNvContentPartPr/>
                <p14:nvPr/>
              </p14:nvContentPartPr>
              <p14:xfrm>
                <a:off x="8241167" y="5342587"/>
                <a:ext cx="262080" cy="2390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F1F3B0D-F95D-61A8-C54E-3CF72329FD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05167" y="5306947"/>
                  <a:ext cx="33372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EE62755-41FB-B5E8-5BF6-635D0AD47E51}"/>
              </a:ext>
            </a:extLst>
          </p:cNvPr>
          <p:cNvGrpSpPr/>
          <p:nvPr/>
        </p:nvGrpSpPr>
        <p:grpSpPr>
          <a:xfrm>
            <a:off x="9996527" y="3598387"/>
            <a:ext cx="596520" cy="1911960"/>
            <a:chOff x="9996527" y="3598387"/>
            <a:chExt cx="596520" cy="191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33F6E514-1C14-E20B-D08F-149495F9CA75}"/>
                    </a:ext>
                  </a:extLst>
                </p14:cNvPr>
                <p14:cNvContentPartPr/>
                <p14:nvPr/>
              </p14:nvContentPartPr>
              <p14:xfrm>
                <a:off x="9996527" y="3598387"/>
                <a:ext cx="596520" cy="19119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33F6E514-1C14-E20B-D08F-149495F9CA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60527" y="3562387"/>
                  <a:ext cx="668160" cy="19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956E5C9-F5BD-7E8E-B34B-4D559620418F}"/>
                    </a:ext>
                  </a:extLst>
                </p14:cNvPr>
                <p14:cNvContentPartPr/>
                <p14:nvPr/>
              </p14:nvContentPartPr>
              <p14:xfrm>
                <a:off x="10307567" y="3645547"/>
                <a:ext cx="230760" cy="3178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956E5C9-F5BD-7E8E-B34B-4D55962041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71927" y="3609547"/>
                  <a:ext cx="302400" cy="389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5183571-0D9B-9A06-DD2D-BD4A5BFFCEB6}"/>
              </a:ext>
            </a:extLst>
          </p:cNvPr>
          <p:cNvSpPr txBox="1"/>
          <p:nvPr/>
        </p:nvSpPr>
        <p:spPr>
          <a:xfrm>
            <a:off x="10023997" y="3229055"/>
            <a:ext cx="83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진짜</a:t>
            </a:r>
          </a:p>
        </p:txBody>
      </p:sp>
    </p:spTree>
    <p:extLst>
      <p:ext uri="{BB962C8B-B14F-4D97-AF65-F5344CB8AC3E}">
        <p14:creationId xmlns:p14="http://schemas.microsoft.com/office/powerpoint/2010/main" val="83373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300E10-768A-20E5-9003-91E3E917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미적분학 </a:t>
            </a:r>
            <a:r>
              <a:rPr lang="en-US" altLang="ko-KR" dirty="0"/>
              <a:t>2 </a:t>
            </a:r>
            <a:r>
              <a:rPr lang="ko-KR" altLang="en-US" dirty="0"/>
              <a:t>복습 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D879E5A-1B1F-38A1-D990-2EEC0FF35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83" y="1350611"/>
            <a:ext cx="11037737" cy="51422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69DF5F25-1868-FBC2-2504-29240DD1F75E}"/>
                  </a:ext>
                </a:extLst>
              </p14:cNvPr>
              <p14:cNvContentPartPr/>
              <p14:nvPr/>
            </p14:nvContentPartPr>
            <p14:xfrm>
              <a:off x="1149210" y="6101490"/>
              <a:ext cx="9524880" cy="5832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69DF5F25-1868-FBC2-2504-29240DD1F7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0210" y="6092850"/>
                <a:ext cx="9542520" cy="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614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66C471-9AE5-B547-C593-669E76E0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미적분학 </a:t>
            </a:r>
            <a:r>
              <a:rPr lang="en-US" altLang="ko-KR" dirty="0"/>
              <a:t>2 </a:t>
            </a:r>
            <a:r>
              <a:rPr lang="ko-KR" altLang="en-US" dirty="0"/>
              <a:t>복습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C605A06-7A6B-94D2-71DF-A8D173902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15" y="1540616"/>
            <a:ext cx="10823369" cy="50976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E61C205-6710-48D9-7EAC-EA4825237377}"/>
                  </a:ext>
                </a:extLst>
              </p14:cNvPr>
              <p14:cNvContentPartPr/>
              <p14:nvPr/>
            </p14:nvContentPartPr>
            <p14:xfrm>
              <a:off x="4178250" y="2087130"/>
              <a:ext cx="3022200" cy="298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E61C205-6710-48D9-7EAC-EA48252373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69250" y="2078490"/>
                <a:ext cx="3039840" cy="4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79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8D78E-A14F-48FF-8BD0-53C2866B0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69"/>
            <a:ext cx="10515600" cy="1325563"/>
          </a:xfrm>
        </p:spPr>
        <p:txBody>
          <a:bodyPr/>
          <a:lstStyle/>
          <a:p>
            <a:r>
              <a:rPr lang="ko-KR" altLang="en-US" dirty="0"/>
              <a:t>스코어 함수는 왜 도입했을까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DC6EE43-2E61-2176-2845-9C5BEF720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03" y="1476932"/>
            <a:ext cx="2924175" cy="1200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00545B-FF13-8644-0777-AEBF9948CE86}"/>
              </a:ext>
            </a:extLst>
          </p:cNvPr>
          <p:cNvSpPr txBox="1"/>
          <p:nvPr/>
        </p:nvSpPr>
        <p:spPr>
          <a:xfrm>
            <a:off x="3954483" y="1805049"/>
            <a:ext cx="693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에너지 기반 모델의 수식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EF94A-D6D6-DE2C-02A2-50DA1163387A}"/>
              </a:ext>
            </a:extLst>
          </p:cNvPr>
          <p:cNvSpPr txBox="1"/>
          <p:nvPr/>
        </p:nvSpPr>
        <p:spPr>
          <a:xfrm>
            <a:off x="4418008" y="2305201"/>
            <a:ext cx="5024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－양변에 로그를 씌워보자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로그성질사용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－</a:t>
            </a:r>
            <a:r>
              <a:rPr lang="ko-KR" altLang="en-US" dirty="0" err="1">
                <a:solidFill>
                  <a:srgbClr val="FF0000"/>
                </a:solidFill>
              </a:rPr>
              <a:t>ｘ에</a:t>
            </a:r>
            <a:r>
              <a:rPr lang="ko-KR" altLang="en-US" dirty="0">
                <a:solidFill>
                  <a:srgbClr val="FF0000"/>
                </a:solidFill>
              </a:rPr>
              <a:t> 대해 미분하자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291D0F4-6073-7552-D619-C111AFB43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32" y="3239268"/>
            <a:ext cx="9191625" cy="15430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38979AB4-ECAC-2097-B244-386C4791AE7E}"/>
                  </a:ext>
                </a:extLst>
              </p14:cNvPr>
              <p14:cNvContentPartPr/>
              <p14:nvPr/>
            </p14:nvContentPartPr>
            <p14:xfrm>
              <a:off x="4382009" y="2137507"/>
              <a:ext cx="720" cy="108108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38979AB4-ECAC-2097-B244-386C4791AE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6009" y="2119507"/>
                <a:ext cx="72000" cy="11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3E012D5A-0D59-2310-1446-687DD3CC9C85}"/>
              </a:ext>
            </a:extLst>
          </p:cNvPr>
          <p:cNvGrpSpPr/>
          <p:nvPr/>
        </p:nvGrpSpPr>
        <p:grpSpPr>
          <a:xfrm>
            <a:off x="4259969" y="3036427"/>
            <a:ext cx="226440" cy="169920"/>
            <a:chOff x="4259969" y="3036427"/>
            <a:chExt cx="22644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5325152-2E6A-E21F-5C0A-5B348EEB703F}"/>
                    </a:ext>
                  </a:extLst>
                </p14:cNvPr>
                <p14:cNvContentPartPr/>
                <p14:nvPr/>
              </p14:nvContentPartPr>
              <p14:xfrm>
                <a:off x="4259969" y="3055507"/>
                <a:ext cx="134280" cy="1389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5325152-2E6A-E21F-5C0A-5B348EEB70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41969" y="3037867"/>
                  <a:ext cx="169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AAE2069-67F8-712D-0778-CD8BFB90FC27}"/>
                    </a:ext>
                  </a:extLst>
                </p14:cNvPr>
                <p14:cNvContentPartPr/>
                <p14:nvPr/>
              </p14:nvContentPartPr>
              <p14:xfrm>
                <a:off x="4405409" y="3036427"/>
                <a:ext cx="81000" cy="1699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AAE2069-67F8-712D-0778-CD8BFB90FC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87409" y="3018787"/>
                  <a:ext cx="116640" cy="205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CFA43B8-173C-DFEA-3B60-162982DE45B6}"/>
              </a:ext>
            </a:extLst>
          </p:cNvPr>
          <p:cNvSpPr txBox="1"/>
          <p:nvPr/>
        </p:nvSpPr>
        <p:spPr>
          <a:xfrm>
            <a:off x="4486409" y="3429000"/>
            <a:ext cx="331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B0F0"/>
                </a:solidFill>
              </a:rPr>
              <a:t>로그 성질 사용하면</a:t>
            </a:r>
            <a:r>
              <a:rPr lang="en-US" altLang="ko-KR" dirty="0">
                <a:solidFill>
                  <a:srgbClr val="00B0F0"/>
                </a:solidFill>
              </a:rPr>
              <a:t>….?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BA24D6-B02A-5F65-085F-B1030DD2D7EC}"/>
              </a:ext>
            </a:extLst>
          </p:cNvPr>
          <p:cNvSpPr txBox="1"/>
          <p:nvPr/>
        </p:nvSpPr>
        <p:spPr>
          <a:xfrm>
            <a:off x="1021278" y="5070764"/>
            <a:ext cx="98683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Ｚ는</a:t>
            </a:r>
            <a:r>
              <a:rPr lang="ko-KR" altLang="en-US" dirty="0"/>
              <a:t> </a:t>
            </a:r>
            <a:r>
              <a:rPr lang="ko-KR" altLang="en-US" dirty="0" err="1"/>
              <a:t>Ｘ와</a:t>
            </a:r>
            <a:r>
              <a:rPr lang="ko-KR" altLang="en-US" dirty="0"/>
              <a:t> 상관 없는 </a:t>
            </a:r>
            <a:r>
              <a:rPr lang="ko-KR" altLang="en-US" dirty="0" err="1"/>
              <a:t>상수항이므로</a:t>
            </a:r>
            <a:r>
              <a:rPr lang="en-US" altLang="ko-KR" dirty="0"/>
              <a:t>, X</a:t>
            </a:r>
            <a:r>
              <a:rPr lang="ko-KR" altLang="en-US" dirty="0"/>
              <a:t>로 미분하면 </a:t>
            </a:r>
            <a:r>
              <a:rPr lang="en-US" altLang="ko-KR" dirty="0"/>
              <a:t>0</a:t>
            </a:r>
            <a:r>
              <a:rPr lang="ko-KR" altLang="en-US" dirty="0" err="1"/>
              <a:t>이되어</a:t>
            </a:r>
            <a:r>
              <a:rPr lang="ko-KR" altLang="en-US" dirty="0"/>
              <a:t> 사라짐</a:t>
            </a:r>
            <a:r>
              <a:rPr lang="en-US" altLang="ko-KR" dirty="0"/>
              <a:t>!!!!!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이제 정규화 상수를 계산할 필요가 없어짐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문제 해결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0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AEB09-009C-50F5-64DD-FAE37B2D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/>
              <a:t>스코어 기반 모델의 큰그림</a:t>
            </a:r>
            <a:r>
              <a:rPr lang="en-US" altLang="ko-KR"/>
              <a:t>?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23FE404-8AB2-B2EC-F40E-A085CD5BD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42" y="1101230"/>
            <a:ext cx="11254607" cy="4765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211241-7625-CE98-9AF5-157E8F727A55}"/>
              </a:ext>
            </a:extLst>
          </p:cNvPr>
          <p:cNvSpPr txBox="1"/>
          <p:nvPr/>
        </p:nvSpPr>
        <p:spPr>
          <a:xfrm>
            <a:off x="1448789" y="5866410"/>
            <a:ext cx="2196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    모름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040E6-F614-9C72-ACAC-3A48B95F2F61}"/>
              </a:ext>
            </a:extLst>
          </p:cNvPr>
          <p:cNvSpPr txBox="1"/>
          <p:nvPr/>
        </p:nvSpPr>
        <p:spPr>
          <a:xfrm>
            <a:off x="4532036" y="5866410"/>
            <a:ext cx="340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우리가 가진 유일한 샘플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6A64A-7A29-2E75-DB43-99D0A221AB04}"/>
              </a:ext>
            </a:extLst>
          </p:cNvPr>
          <p:cNvSpPr txBox="1"/>
          <p:nvPr/>
        </p:nvSpPr>
        <p:spPr>
          <a:xfrm>
            <a:off x="8609610" y="5896696"/>
            <a:ext cx="3075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이렇게 가면 커지지 않을까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</a:p>
          <a:p>
            <a:r>
              <a:rPr lang="en-US" altLang="ko-KR" dirty="0"/>
              <a:t>-&gt;</a:t>
            </a:r>
            <a:r>
              <a:rPr lang="ko-KR" altLang="en-US" dirty="0"/>
              <a:t>모델링해보자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C4235EC-CA84-A70F-7120-5E32A17EFEF8}"/>
              </a:ext>
            </a:extLst>
          </p:cNvPr>
          <p:cNvGrpSpPr/>
          <p:nvPr/>
        </p:nvGrpSpPr>
        <p:grpSpPr>
          <a:xfrm>
            <a:off x="8811089" y="3075307"/>
            <a:ext cx="2531880" cy="2660760"/>
            <a:chOff x="8811089" y="3075307"/>
            <a:chExt cx="2531880" cy="266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31DE0E0-97FF-1E01-E19D-99BDAE22D1E3}"/>
                    </a:ext>
                  </a:extLst>
                </p14:cNvPr>
                <p14:cNvContentPartPr/>
                <p14:nvPr/>
              </p14:nvContentPartPr>
              <p14:xfrm>
                <a:off x="9094769" y="3075307"/>
                <a:ext cx="2005920" cy="3578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31DE0E0-97FF-1E01-E19D-99BDAE22D1E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76769" y="3057667"/>
                  <a:ext cx="20415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70DF0B30-22FE-B2D9-AC70-22DCABFFBD92}"/>
                    </a:ext>
                  </a:extLst>
                </p14:cNvPr>
                <p14:cNvContentPartPr/>
                <p14:nvPr/>
              </p14:nvContentPartPr>
              <p14:xfrm>
                <a:off x="10953449" y="3431707"/>
                <a:ext cx="174240" cy="1933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70DF0B30-22FE-B2D9-AC70-22DCABFFBD9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935449" y="3414067"/>
                  <a:ext cx="209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99A1D64-0FBB-7381-B4E2-A723F7180081}"/>
                    </a:ext>
                  </a:extLst>
                </p14:cNvPr>
                <p14:cNvContentPartPr/>
                <p14:nvPr/>
              </p14:nvContentPartPr>
              <p14:xfrm>
                <a:off x="11114369" y="3588307"/>
                <a:ext cx="228600" cy="14472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99A1D64-0FBB-7381-B4E2-A723F71800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096729" y="3570307"/>
                  <a:ext cx="264240" cy="14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407C5E1E-A52E-1369-C7FD-F0CDFBCF35A8}"/>
                    </a:ext>
                  </a:extLst>
                </p14:cNvPr>
                <p14:cNvContentPartPr/>
                <p14:nvPr/>
              </p14:nvContentPartPr>
              <p14:xfrm>
                <a:off x="11138849" y="3538627"/>
                <a:ext cx="195480" cy="1490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407C5E1E-A52E-1369-C7FD-F0CDFBCF35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120849" y="3520627"/>
                  <a:ext cx="231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6844252-883A-6739-47B3-4C33E212DA06}"/>
                    </a:ext>
                  </a:extLst>
                </p14:cNvPr>
                <p14:cNvContentPartPr/>
                <p14:nvPr/>
              </p14:nvContentPartPr>
              <p14:xfrm>
                <a:off x="9243089" y="5272027"/>
                <a:ext cx="1765440" cy="4640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6844252-883A-6739-47B3-4C33E212DA0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225449" y="5254027"/>
                  <a:ext cx="180108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5C988D3-5E61-3BC3-8B08-9B40C6463288}"/>
                    </a:ext>
                  </a:extLst>
                </p14:cNvPr>
                <p14:cNvContentPartPr/>
                <p14:nvPr/>
              </p14:nvContentPartPr>
              <p14:xfrm>
                <a:off x="9226889" y="5178787"/>
                <a:ext cx="203400" cy="702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5C988D3-5E61-3BC3-8B08-9B40C64632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08889" y="5161147"/>
                  <a:ext cx="239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87356C1A-E76E-30AE-6CDB-33F0331164DF}"/>
                    </a:ext>
                  </a:extLst>
                </p14:cNvPr>
                <p14:cNvContentPartPr/>
                <p14:nvPr/>
              </p14:nvContentPartPr>
              <p14:xfrm>
                <a:off x="8811089" y="3491107"/>
                <a:ext cx="335160" cy="15940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7356C1A-E76E-30AE-6CDB-33F0331164D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93449" y="3473107"/>
                  <a:ext cx="370800" cy="16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08F9387-FC32-BBDF-2947-68582DA05655}"/>
                    </a:ext>
                  </a:extLst>
                </p14:cNvPr>
                <p14:cNvContentPartPr/>
                <p14:nvPr/>
              </p14:nvContentPartPr>
              <p14:xfrm>
                <a:off x="8953289" y="4845067"/>
                <a:ext cx="326880" cy="2574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08F9387-FC32-BBDF-2947-68582DA0565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35289" y="4827427"/>
                  <a:ext cx="362520" cy="29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2770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409AB-EFFD-951E-45CE-5A48EE0E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59"/>
            <a:ext cx="10515600" cy="1325563"/>
          </a:xfrm>
        </p:spPr>
        <p:txBody>
          <a:bodyPr/>
          <a:lstStyle/>
          <a:p>
            <a:r>
              <a:rPr lang="ko-KR" altLang="en-US" dirty="0"/>
              <a:t>스코어 기반 모델의 정의와 학습목표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429E3F1-A250-80B4-5C4A-6DC3D8075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7" y="1452768"/>
            <a:ext cx="8110845" cy="54052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6967CEA8-878F-5CBB-3969-0AA3BCCDC9D1}"/>
                  </a:ext>
                </a:extLst>
              </p14:cNvPr>
              <p14:cNvContentPartPr/>
              <p14:nvPr/>
            </p14:nvContentPartPr>
            <p14:xfrm>
              <a:off x="1032929" y="6127387"/>
              <a:ext cx="1687320" cy="7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6967CEA8-878F-5CBB-3969-0AA3BCCDC9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4929" y="6091387"/>
                <a:ext cx="172296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242F6BF6-A945-CC40-17A1-95D1E43E39ED}"/>
              </a:ext>
            </a:extLst>
          </p:cNvPr>
          <p:cNvGrpSpPr/>
          <p:nvPr/>
        </p:nvGrpSpPr>
        <p:grpSpPr>
          <a:xfrm>
            <a:off x="2624489" y="5603227"/>
            <a:ext cx="1170360" cy="298800"/>
            <a:chOff x="2624489" y="5603227"/>
            <a:chExt cx="117036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71B0ACD-1AC2-CE6A-2867-EB02D4435EDA}"/>
                    </a:ext>
                  </a:extLst>
                </p14:cNvPr>
                <p14:cNvContentPartPr/>
                <p14:nvPr/>
              </p14:nvContentPartPr>
              <p14:xfrm>
                <a:off x="2624489" y="5603227"/>
                <a:ext cx="1101600" cy="2901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71B0ACD-1AC2-CE6A-2867-EB02D4435ED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06489" y="5585227"/>
                  <a:ext cx="11372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304A371-0A04-0B02-9106-8C240026E7E1}"/>
                    </a:ext>
                  </a:extLst>
                </p14:cNvPr>
                <p14:cNvContentPartPr/>
                <p14:nvPr/>
              </p14:nvContentPartPr>
              <p14:xfrm>
                <a:off x="3716729" y="5707987"/>
                <a:ext cx="78120" cy="1940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304A371-0A04-0B02-9106-8C240026E7E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99089" y="5690347"/>
                  <a:ext cx="113760" cy="22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DC673F9B-2551-A91A-5608-AB7BE53EC316}"/>
                  </a:ext>
                </a:extLst>
              </p14:cNvPr>
              <p14:cNvContentPartPr/>
              <p14:nvPr/>
            </p14:nvContentPartPr>
            <p14:xfrm>
              <a:off x="4215689" y="2113387"/>
              <a:ext cx="4595760" cy="376488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DC673F9B-2551-A91A-5608-AB7BE53EC3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97689" y="2095387"/>
                <a:ext cx="4631400" cy="380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09689B6A-4154-81F2-C985-AAC18B0DCDFF}"/>
              </a:ext>
            </a:extLst>
          </p:cNvPr>
          <p:cNvGrpSpPr/>
          <p:nvPr/>
        </p:nvGrpSpPr>
        <p:grpSpPr>
          <a:xfrm>
            <a:off x="8476289" y="2089627"/>
            <a:ext cx="323640" cy="430560"/>
            <a:chOff x="8476289" y="2089627"/>
            <a:chExt cx="32364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6C644B3-9E53-7005-F44F-9F5924D5194E}"/>
                    </a:ext>
                  </a:extLst>
                </p14:cNvPr>
                <p14:cNvContentPartPr/>
                <p14:nvPr/>
              </p14:nvContentPartPr>
              <p14:xfrm>
                <a:off x="8476289" y="2089627"/>
                <a:ext cx="323640" cy="918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6C644B3-9E53-7005-F44F-9F5924D5194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58289" y="2071987"/>
                  <a:ext cx="359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B9BF6F7-FA12-2FB4-6A6F-A245577246AF}"/>
                    </a:ext>
                  </a:extLst>
                </p14:cNvPr>
                <p14:cNvContentPartPr/>
                <p14:nvPr/>
              </p14:nvContentPartPr>
              <p14:xfrm>
                <a:off x="8718569" y="2113387"/>
                <a:ext cx="45720" cy="4068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B9BF6F7-FA12-2FB4-6A6F-A245577246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700569" y="2095747"/>
                  <a:ext cx="81360" cy="442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C854546-C892-5311-A9F1-C522AB15CCD4}"/>
              </a:ext>
            </a:extLst>
          </p:cNvPr>
          <p:cNvSpPr txBox="1"/>
          <p:nvPr/>
        </p:nvSpPr>
        <p:spPr>
          <a:xfrm>
            <a:off x="8977745" y="1719762"/>
            <a:ext cx="32142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 </a:t>
            </a:r>
            <a:r>
              <a:rPr lang="en-US" altLang="ko-KR" dirty="0"/>
              <a:t>S(</a:t>
            </a:r>
            <a:r>
              <a:rPr lang="el-GR" altLang="ko-KR" dirty="0"/>
              <a:t>θ</a:t>
            </a:r>
            <a:r>
              <a:rPr lang="en-US" altLang="ko-KR" dirty="0"/>
              <a:t>)</a:t>
            </a:r>
            <a:r>
              <a:rPr lang="ko-KR" altLang="en-US" dirty="0"/>
              <a:t>는 처음부터</a:t>
            </a:r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화살표 지도</a:t>
            </a:r>
            <a:r>
              <a:rPr lang="ko-KR" altLang="en-US" dirty="0"/>
              <a:t> 자체를</a:t>
            </a:r>
            <a:endParaRPr lang="en-US" altLang="ko-KR" dirty="0"/>
          </a:p>
          <a:p>
            <a:r>
              <a:rPr lang="ko-KR" altLang="en-US" dirty="0"/>
              <a:t>직접 모델링함</a:t>
            </a:r>
            <a:r>
              <a:rPr lang="en-US" altLang="ko-KR" dirty="0"/>
              <a:t>.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에너지 함수 정할 필요 </a:t>
            </a:r>
            <a:r>
              <a:rPr lang="en-US" altLang="ko-KR" dirty="0">
                <a:solidFill>
                  <a:srgbClr val="FF0000"/>
                </a:solidFill>
              </a:rPr>
              <a:t>X)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3D4BAB-7459-DA43-B27B-DFD8326D4A14}"/>
              </a:ext>
            </a:extLst>
          </p:cNvPr>
          <p:cNvSpPr txBox="1"/>
          <p:nvPr/>
        </p:nvSpPr>
        <p:spPr>
          <a:xfrm>
            <a:off x="8923571" y="3063833"/>
            <a:ext cx="30467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실제 데이터의 화살표 지도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           VS</a:t>
            </a:r>
          </a:p>
          <a:p>
            <a:endParaRPr lang="en-US" altLang="ko-KR" dirty="0"/>
          </a:p>
          <a:p>
            <a:r>
              <a:rPr lang="ko-KR" altLang="en-US" dirty="0"/>
              <a:t> 우리 모델의 화살표 지도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이 둘 간의 거리를 최소화</a:t>
            </a:r>
            <a:endParaRPr lang="en-US" altLang="ko-KR" dirty="0"/>
          </a:p>
          <a:p>
            <a:r>
              <a:rPr lang="ko-KR" altLang="en-US" dirty="0" err="1"/>
              <a:t>해야한다</a:t>
            </a:r>
            <a:r>
              <a:rPr lang="en-US" altLang="ko-KR" dirty="0"/>
              <a:t>. (</a:t>
            </a:r>
            <a:r>
              <a:rPr lang="ko-KR" altLang="en-US" dirty="0"/>
              <a:t>거의 같게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-&gt;</a:t>
            </a:r>
            <a:r>
              <a:rPr lang="en-US" altLang="ko-KR" dirty="0">
                <a:solidFill>
                  <a:srgbClr val="FF0000"/>
                </a:solidFill>
              </a:rPr>
              <a:t>Fisher divergence </a:t>
            </a:r>
            <a:r>
              <a:rPr lang="ko-KR" altLang="en-US" dirty="0"/>
              <a:t>사용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=＇</a:t>
            </a:r>
            <a:r>
              <a:rPr lang="ko-KR" altLang="en-US" dirty="0"/>
              <a:t>두 화살표 지도 사이의 평균거리</a:t>
            </a:r>
            <a:r>
              <a:rPr lang="en-US" altLang="ko-KR" dirty="0"/>
              <a:t>’ =‘</a:t>
            </a:r>
            <a:r>
              <a:rPr lang="ko-KR" altLang="en-US" dirty="0"/>
              <a:t>손실함수</a:t>
            </a:r>
            <a:r>
              <a:rPr lang="en-US" altLang="ko-KR" dirty="0"/>
              <a:t>’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190DFBD-9C6A-1AFF-D721-213A13BED5D2}"/>
              </a:ext>
            </a:extLst>
          </p:cNvPr>
          <p:cNvGrpSpPr/>
          <p:nvPr/>
        </p:nvGrpSpPr>
        <p:grpSpPr>
          <a:xfrm>
            <a:off x="9155249" y="3431707"/>
            <a:ext cx="573120" cy="848520"/>
            <a:chOff x="9155249" y="3431707"/>
            <a:chExt cx="573120" cy="84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4C38234-977B-99EA-12AF-DAF4AE64E6F0}"/>
                    </a:ext>
                  </a:extLst>
                </p14:cNvPr>
                <p14:cNvContentPartPr/>
                <p14:nvPr/>
              </p14:nvContentPartPr>
              <p14:xfrm>
                <a:off x="9430289" y="3431707"/>
                <a:ext cx="165960" cy="8485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4C38234-977B-99EA-12AF-DAF4AE64E6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12289" y="3414067"/>
                  <a:ext cx="201600" cy="88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C0F5B5C-0B27-D63A-83FB-1014877F26D5}"/>
                    </a:ext>
                  </a:extLst>
                </p14:cNvPr>
                <p14:cNvContentPartPr/>
                <p14:nvPr/>
              </p14:nvContentPartPr>
              <p14:xfrm>
                <a:off x="9583289" y="4110307"/>
                <a:ext cx="145080" cy="1530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C0F5B5C-0B27-D63A-83FB-1014877F26D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565289" y="4092667"/>
                  <a:ext cx="1807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3BA5DA1D-5BEF-0CF1-BDF3-7840878C985A}"/>
                    </a:ext>
                  </a:extLst>
                </p14:cNvPr>
                <p14:cNvContentPartPr/>
                <p14:nvPr/>
              </p14:nvContentPartPr>
              <p14:xfrm>
                <a:off x="9401489" y="3455467"/>
                <a:ext cx="205560" cy="1738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3BA5DA1D-5BEF-0CF1-BDF3-7840878C985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83849" y="3437827"/>
                  <a:ext cx="241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03CFDBBA-273E-DBD7-47B0-F3F412A392FA}"/>
                    </a:ext>
                  </a:extLst>
                </p14:cNvPr>
                <p14:cNvContentPartPr/>
                <p14:nvPr/>
              </p14:nvContentPartPr>
              <p14:xfrm>
                <a:off x="9607049" y="3467347"/>
                <a:ext cx="112320" cy="2242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03CFDBBA-273E-DBD7-47B0-F3F412A392F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89049" y="3449347"/>
                  <a:ext cx="147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4B58A1AE-A1FA-A7A3-3D82-6DAF287CB6D8}"/>
                    </a:ext>
                  </a:extLst>
                </p14:cNvPr>
                <p14:cNvContentPartPr/>
                <p14:nvPr/>
              </p14:nvContentPartPr>
              <p14:xfrm>
                <a:off x="9155249" y="3693067"/>
                <a:ext cx="119880" cy="2772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B58A1AE-A1FA-A7A3-3D82-6DAF287CB6D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37609" y="3675067"/>
                  <a:ext cx="155520" cy="31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5920D456-4E67-C4D2-33A2-CA59DEFACA5A}"/>
                  </a:ext>
                </a:extLst>
              </p14:cNvPr>
              <p14:cNvContentPartPr/>
              <p14:nvPr/>
            </p14:nvContentPartPr>
            <p14:xfrm>
              <a:off x="2695409" y="2384107"/>
              <a:ext cx="1400760" cy="2808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5920D456-4E67-C4D2-33A2-CA59DEFACA5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677409" y="2366107"/>
                <a:ext cx="1436400" cy="6372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B3EE440-3720-4EAD-F382-DD6ECDD040AF}"/>
              </a:ext>
            </a:extLst>
          </p:cNvPr>
          <p:cNvSpPr txBox="1"/>
          <p:nvPr/>
        </p:nvSpPr>
        <p:spPr>
          <a:xfrm>
            <a:off x="3515095" y="1655620"/>
            <a:ext cx="4106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지금까지 배운 생성모델을 포함</a:t>
            </a:r>
          </a:p>
        </p:txBody>
      </p:sp>
    </p:spTree>
    <p:extLst>
      <p:ext uri="{BB962C8B-B14F-4D97-AF65-F5344CB8AC3E}">
        <p14:creationId xmlns:p14="http://schemas.microsoft.com/office/powerpoint/2010/main" val="1845063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40B84-0838-0572-5A9B-CB84BD291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94264"/>
            <a:ext cx="10515600" cy="1325563"/>
          </a:xfrm>
        </p:spPr>
        <p:txBody>
          <a:bodyPr/>
          <a:lstStyle/>
          <a:p>
            <a:r>
              <a:rPr lang="ko-KR" altLang="en-US" dirty="0"/>
              <a:t>피셔 </a:t>
            </a:r>
            <a:r>
              <a:rPr lang="ko-KR" altLang="en-US" dirty="0" err="1"/>
              <a:t>다이버전스의</a:t>
            </a:r>
            <a:r>
              <a:rPr lang="ko-KR" altLang="en-US" dirty="0"/>
              <a:t> 문제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F1FA97E-CF01-E577-DD77-291A5F444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20" y="1205060"/>
            <a:ext cx="6619875" cy="37404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8E87651E-D84B-8E03-1011-CCAAF99B1E79}"/>
                  </a:ext>
                </a:extLst>
              </p14:cNvPr>
              <p14:cNvContentPartPr/>
              <p14:nvPr/>
            </p14:nvContentPartPr>
            <p14:xfrm>
              <a:off x="3455729" y="3003667"/>
              <a:ext cx="1590120" cy="244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8E87651E-D84B-8E03-1011-CCAAF99B1E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7729" y="2986027"/>
                <a:ext cx="162576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9330F179-F10C-29BA-6D29-C88499BE657D}"/>
              </a:ext>
            </a:extLst>
          </p:cNvPr>
          <p:cNvGrpSpPr/>
          <p:nvPr/>
        </p:nvGrpSpPr>
        <p:grpSpPr>
          <a:xfrm>
            <a:off x="4294169" y="3075307"/>
            <a:ext cx="268560" cy="511560"/>
            <a:chOff x="4294169" y="3075307"/>
            <a:chExt cx="268560" cy="5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6CC726FA-EF56-EFD6-44F3-748208457B89}"/>
                    </a:ext>
                  </a:extLst>
                </p14:cNvPr>
                <p14:cNvContentPartPr/>
                <p14:nvPr/>
              </p14:nvContentPartPr>
              <p14:xfrm>
                <a:off x="4294169" y="3075307"/>
                <a:ext cx="100800" cy="5065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6CC726FA-EF56-EFD6-44F3-748208457B8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76529" y="3057667"/>
                  <a:ext cx="1364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7A7C2664-B029-48B5-C48B-6404FC08BD3D}"/>
                    </a:ext>
                  </a:extLst>
                </p14:cNvPr>
                <p14:cNvContentPartPr/>
                <p14:nvPr/>
              </p14:nvContentPartPr>
              <p14:xfrm>
                <a:off x="4382009" y="3437827"/>
                <a:ext cx="180720" cy="1490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7A7C2664-B029-48B5-C48B-6404FC08BD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64369" y="3419827"/>
                  <a:ext cx="216360" cy="184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56CFCED-2908-D74A-7FD1-0F4E1D894FE4}"/>
              </a:ext>
            </a:extLst>
          </p:cNvPr>
          <p:cNvSpPr txBox="1"/>
          <p:nvPr/>
        </p:nvSpPr>
        <p:spPr>
          <a:xfrm>
            <a:off x="4650569" y="3190457"/>
            <a:ext cx="2087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뚝딱뚝딱 변형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C82B2-7D7A-129F-E53D-F1C2664398BF}"/>
              </a:ext>
            </a:extLst>
          </p:cNvPr>
          <p:cNvSpPr txBox="1"/>
          <p:nvPr/>
        </p:nvSpPr>
        <p:spPr>
          <a:xfrm>
            <a:off x="7525196" y="1720507"/>
            <a:ext cx="46668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문제점 또 발생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</a:t>
            </a:r>
            <a:r>
              <a:rPr lang="ko-KR" altLang="en-US" dirty="0" err="1"/>
              <a:t>야코비안</a:t>
            </a:r>
            <a:r>
              <a:rPr lang="ko-KR" altLang="en-US" dirty="0"/>
              <a:t> 행렬의 대각합을 </a:t>
            </a:r>
            <a:r>
              <a:rPr lang="ko-KR" altLang="en-US" dirty="0" err="1"/>
              <a:t>계산해야함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-&gt;</a:t>
            </a:r>
            <a:r>
              <a:rPr lang="ko-KR" altLang="en-US" dirty="0"/>
              <a:t>계산 </a:t>
            </a:r>
            <a:r>
              <a:rPr lang="en-US" altLang="ko-KR" dirty="0"/>
              <a:t>cost</a:t>
            </a:r>
            <a:r>
              <a:rPr lang="ko-KR" altLang="en-US" dirty="0"/>
              <a:t>가 고차원</a:t>
            </a:r>
            <a:r>
              <a:rPr lang="en-US" altLang="ko-KR" dirty="0"/>
              <a:t>(</a:t>
            </a:r>
            <a:r>
              <a:rPr lang="ko-KR" altLang="en-US" dirty="0"/>
              <a:t>고화질</a:t>
            </a:r>
            <a:r>
              <a:rPr lang="en-US" altLang="ko-KR" dirty="0"/>
              <a:t>) </a:t>
            </a:r>
            <a:r>
              <a:rPr lang="ko-KR" altLang="en-US" dirty="0"/>
              <a:t>일수록 너무 높아짐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-&gt; </a:t>
            </a:r>
            <a:r>
              <a:rPr lang="ko-KR" altLang="en-US" dirty="0">
                <a:solidFill>
                  <a:srgbClr val="FF0000"/>
                </a:solidFill>
              </a:rPr>
              <a:t>어떻게 해결</a:t>
            </a:r>
            <a:r>
              <a:rPr lang="en-US" altLang="ko-KR" dirty="0">
                <a:solidFill>
                  <a:srgbClr val="FF0000"/>
                </a:solidFill>
              </a:rPr>
              <a:t>?</a:t>
            </a:r>
            <a:endParaRPr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1873A70-F962-B9D5-F42B-85BE34F1B473}"/>
                  </a:ext>
                </a:extLst>
              </p14:cNvPr>
              <p14:cNvContentPartPr/>
              <p14:nvPr/>
            </p14:nvContentPartPr>
            <p14:xfrm>
              <a:off x="6247530" y="2006490"/>
              <a:ext cx="180000" cy="2671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1873A70-F962-B9D5-F42B-85BE34F1B47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41410" y="2000370"/>
                <a:ext cx="192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BC39ED50-0F2F-F12A-DA4D-6C5C5BD839D6}"/>
                  </a:ext>
                </a:extLst>
              </p14:cNvPr>
              <p14:cNvContentPartPr/>
              <p14:nvPr/>
            </p14:nvContentPartPr>
            <p14:xfrm>
              <a:off x="4151250" y="3853650"/>
              <a:ext cx="219600" cy="2476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BC39ED50-0F2F-F12A-DA4D-6C5C5BD839D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45130" y="3847530"/>
                <a:ext cx="231840" cy="2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3245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22CC9-5EE6-6F90-D487-071119DB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19" y="18255"/>
            <a:ext cx="10515600" cy="1325563"/>
          </a:xfrm>
        </p:spPr>
        <p:txBody>
          <a:bodyPr/>
          <a:lstStyle/>
          <a:p>
            <a:r>
              <a:rPr lang="ko-KR" altLang="en-US"/>
              <a:t>해결책 </a:t>
            </a:r>
            <a:r>
              <a:rPr lang="en-US" altLang="ko-KR"/>
              <a:t>1 – Denoising Score Matching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4BEEFD-9683-2114-07AC-F53974472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632" y="1502682"/>
            <a:ext cx="4417620" cy="4916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1)</a:t>
            </a:r>
            <a:r>
              <a:rPr lang="ko-KR" altLang="en-US" sz="1400" dirty="0"/>
              <a:t>데이터 </a:t>
            </a:r>
            <a:r>
              <a:rPr lang="en-US" altLang="ko-KR" sz="1400" dirty="0"/>
              <a:t>X</a:t>
            </a:r>
            <a:r>
              <a:rPr lang="ko-KR" altLang="en-US" sz="1400" dirty="0"/>
              <a:t>에 </a:t>
            </a:r>
            <a:r>
              <a:rPr lang="ko-KR" altLang="en-US" sz="1400" dirty="0" err="1">
                <a:solidFill>
                  <a:srgbClr val="FF0000"/>
                </a:solidFill>
              </a:rPr>
              <a:t>가우시안</a:t>
            </a:r>
            <a:r>
              <a:rPr lang="ko-KR" altLang="en-US" sz="1400" dirty="0">
                <a:solidFill>
                  <a:srgbClr val="FF0000"/>
                </a:solidFill>
              </a:rPr>
              <a:t> 노이즈를 섞어 </a:t>
            </a:r>
            <a:r>
              <a:rPr lang="en-US" altLang="ko-KR" sz="1400" dirty="0">
                <a:solidFill>
                  <a:srgbClr val="FF0000"/>
                </a:solidFill>
              </a:rPr>
              <a:t>X’</a:t>
            </a:r>
            <a:r>
              <a:rPr lang="ko-KR" altLang="en-US" sz="1400" dirty="0"/>
              <a:t>을 </a:t>
            </a:r>
            <a:r>
              <a:rPr lang="ko-KR" altLang="en-US" sz="1400" dirty="0" err="1"/>
              <a:t>만듬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2)</a:t>
            </a:r>
            <a:r>
              <a:rPr lang="ko-KR" altLang="en-US" sz="1400" dirty="0"/>
              <a:t>모델에게 </a:t>
            </a:r>
            <a:r>
              <a:rPr lang="ko-KR" altLang="en-US" sz="1400" dirty="0">
                <a:solidFill>
                  <a:srgbClr val="FF0000"/>
                </a:solidFill>
              </a:rPr>
              <a:t>이 노이즈가 낀 이미지</a:t>
            </a:r>
            <a:r>
              <a:rPr lang="en-US" altLang="ko-KR" sz="1400" dirty="0">
                <a:solidFill>
                  <a:srgbClr val="FF0000"/>
                </a:solidFill>
              </a:rPr>
              <a:t>(X’)</a:t>
            </a:r>
            <a:r>
              <a:rPr lang="ko-KR" altLang="en-US" sz="1400" dirty="0"/>
              <a:t>를 보고 </a:t>
            </a:r>
            <a:r>
              <a:rPr lang="ko-KR" altLang="en-US" sz="1400" dirty="0">
                <a:solidFill>
                  <a:srgbClr val="FF0000"/>
                </a:solidFill>
              </a:rPr>
              <a:t>깨끗한 이미지로 되돌리려면 어느 방향으로 닦아야 하냐</a:t>
            </a:r>
            <a:r>
              <a:rPr lang="ko-KR" altLang="en-US" sz="1400" dirty="0"/>
              <a:t>고 물어봄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>
                <a:solidFill>
                  <a:srgbClr val="FF0000"/>
                </a:solidFill>
              </a:rPr>
              <a:t>Denoising </a:t>
            </a:r>
            <a:r>
              <a:rPr lang="ko-KR" altLang="en-US" sz="1400" dirty="0">
                <a:solidFill>
                  <a:srgbClr val="FF0000"/>
                </a:solidFill>
              </a:rPr>
              <a:t>과정</a:t>
            </a:r>
            <a:r>
              <a:rPr lang="ko-KR" altLang="en-US" sz="1400" dirty="0"/>
              <a:t>은 복잡한 </a:t>
            </a:r>
            <a:r>
              <a:rPr lang="ko-KR" altLang="en-US" sz="1400" dirty="0" err="1"/>
              <a:t>자코비안</a:t>
            </a:r>
            <a:r>
              <a:rPr lang="ko-KR" altLang="en-US" sz="1400" dirty="0"/>
              <a:t> 계산 없이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단순한 </a:t>
            </a:r>
            <a:r>
              <a:rPr lang="en-US" altLang="ko-KR" sz="1400" dirty="0"/>
              <a:t>L2 </a:t>
            </a:r>
            <a:r>
              <a:rPr lang="ko-KR" altLang="en-US" sz="1400" dirty="0"/>
              <a:t>손실 함수</a:t>
            </a:r>
            <a:r>
              <a:rPr lang="en-US" altLang="ko-KR" sz="1400" dirty="0"/>
              <a:t>(</a:t>
            </a:r>
            <a:r>
              <a:rPr lang="ko-KR" altLang="en-US" sz="1400" dirty="0"/>
              <a:t>피셔</a:t>
            </a:r>
            <a:r>
              <a:rPr lang="en-US" altLang="ko-KR" sz="1400" dirty="0"/>
              <a:t>)</a:t>
            </a:r>
            <a:r>
              <a:rPr lang="ko-KR" altLang="en-US" sz="1400" dirty="0"/>
              <a:t>로 스코어를 학습하는 것과 수학적으로 동일함이 증명됨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Tweedie</a:t>
            </a:r>
            <a:r>
              <a:rPr lang="ko-KR" altLang="en-US" sz="1400" b="1" dirty="0"/>
              <a:t>의 공식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최적의 노이즈 제거 방법은 현재 상태에 스코어를 더하는 것이라는 수학적 보증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모델은 이제 </a:t>
            </a:r>
            <a:r>
              <a:rPr lang="en-US" altLang="ko-KR" sz="1400" dirty="0"/>
              <a:t>"</a:t>
            </a:r>
            <a:r>
              <a:rPr lang="ko-KR" altLang="en-US" sz="1400" dirty="0"/>
              <a:t>노이즈가 무엇인가</a:t>
            </a:r>
            <a:r>
              <a:rPr lang="en-US" altLang="ko-KR" sz="1400" dirty="0"/>
              <a:t>?"</a:t>
            </a:r>
            <a:r>
              <a:rPr lang="ko-KR" altLang="en-US" sz="1400" dirty="0"/>
              <a:t>라는 훨씬 쉬운 문제만 풀면 됨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200" dirty="0">
                <a:solidFill>
                  <a:srgbClr val="FF0000"/>
                </a:solidFill>
              </a:rPr>
              <a:t>'</a:t>
            </a:r>
            <a:r>
              <a:rPr lang="ko-KR" altLang="en-US" sz="1200" dirty="0">
                <a:solidFill>
                  <a:srgbClr val="FF0000"/>
                </a:solidFill>
              </a:rPr>
              <a:t>오염된 데이터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en-US" altLang="ko-KR" sz="1200" i="1" dirty="0">
                <a:solidFill>
                  <a:srgbClr val="FF0000"/>
                </a:solidFill>
              </a:rPr>
              <a:t>x</a:t>
            </a:r>
            <a:r>
              <a:rPr lang="en-US" altLang="ko-KR" sz="1200" dirty="0">
                <a:solidFill>
                  <a:srgbClr val="FF0000"/>
                </a:solidFill>
              </a:rPr>
              <a:t>~)</a:t>
            </a:r>
            <a:r>
              <a:rPr lang="ko-KR" altLang="en-US" sz="1200" dirty="0">
                <a:solidFill>
                  <a:srgbClr val="FF0000"/>
                </a:solidFill>
              </a:rPr>
              <a:t>에서 스코어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∇</a:t>
            </a:r>
            <a:r>
              <a:rPr lang="en-US" altLang="ko-KR" sz="1200" i="1" dirty="0">
                <a:solidFill>
                  <a:srgbClr val="FF0000"/>
                </a:solidFill>
              </a:rPr>
              <a:t>x</a:t>
            </a:r>
            <a:r>
              <a:rPr lang="en-US" altLang="ko-KR" sz="1200" dirty="0">
                <a:solidFill>
                  <a:srgbClr val="FF0000"/>
                </a:solidFill>
              </a:rPr>
              <a:t>~​</a:t>
            </a:r>
            <a:r>
              <a:rPr lang="en-US" altLang="ko-KR" sz="1200" dirty="0" err="1">
                <a:solidFill>
                  <a:srgbClr val="FF0000"/>
                </a:solidFill>
              </a:rPr>
              <a:t>log</a:t>
            </a:r>
            <a:r>
              <a:rPr lang="en-US" altLang="ko-KR" sz="1200" i="1" dirty="0" err="1">
                <a:solidFill>
                  <a:srgbClr val="FF0000"/>
                </a:solidFill>
              </a:rPr>
              <a:t>qσ</a:t>
            </a:r>
            <a:r>
              <a:rPr lang="ko-KR" altLang="en-US" sz="1200" dirty="0">
                <a:solidFill>
                  <a:srgbClr val="FF0000"/>
                </a:solidFill>
              </a:rPr>
              <a:t>​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</a:rPr>
              <a:t>방향으로 이동하면 원본 데이터의 </a:t>
            </a:r>
            <a:r>
              <a:rPr lang="ko-KR" altLang="en-US" sz="1200" dirty="0" err="1">
                <a:solidFill>
                  <a:srgbClr val="FF0000"/>
                </a:solidFill>
              </a:rPr>
              <a:t>기댓값에</a:t>
            </a:r>
            <a:r>
              <a:rPr lang="ko-KR" altLang="en-US" sz="1200" dirty="0">
                <a:solidFill>
                  <a:srgbClr val="FF0000"/>
                </a:solidFill>
              </a:rPr>
              <a:t> 도달한다</a:t>
            </a:r>
            <a:r>
              <a:rPr lang="en-US" altLang="ko-KR" sz="1200" dirty="0">
                <a:solidFill>
                  <a:srgbClr val="FF0000"/>
                </a:solidFill>
              </a:rPr>
              <a:t>’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FF0000"/>
                </a:solidFill>
              </a:rPr>
              <a:t>= </a:t>
            </a:r>
            <a:r>
              <a:rPr lang="ko-KR" altLang="en-US" sz="1200" dirty="0">
                <a:solidFill>
                  <a:srgbClr val="FF0000"/>
                </a:solidFill>
              </a:rPr>
              <a:t>노이즈를 제거하려고 </a:t>
            </a:r>
            <a:r>
              <a:rPr lang="ko-KR" altLang="en-US" sz="1200" dirty="0" err="1">
                <a:solidFill>
                  <a:srgbClr val="FF0000"/>
                </a:solidFill>
              </a:rPr>
              <a:t>하는것과</a:t>
            </a:r>
            <a:r>
              <a:rPr lang="ko-KR" altLang="en-US" sz="1200" dirty="0">
                <a:solidFill>
                  <a:srgbClr val="FF0000"/>
                </a:solidFill>
              </a:rPr>
              <a:t> 같다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2F545B-07F3-AE10-BD16-07B364DE9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252" y="1567541"/>
            <a:ext cx="7548748" cy="4786669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51CC18C6-1B08-952A-80A3-48172FF615CC}"/>
              </a:ext>
            </a:extLst>
          </p:cNvPr>
          <p:cNvGrpSpPr/>
          <p:nvPr/>
        </p:nvGrpSpPr>
        <p:grpSpPr>
          <a:xfrm>
            <a:off x="8401050" y="5340090"/>
            <a:ext cx="2565720" cy="561600"/>
            <a:chOff x="8401050" y="5340090"/>
            <a:chExt cx="256572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41F2A2FB-A23F-35EC-6D2E-8AFDEC4BE419}"/>
                    </a:ext>
                  </a:extLst>
                </p14:cNvPr>
                <p14:cNvContentPartPr/>
                <p14:nvPr/>
              </p14:nvContentPartPr>
              <p14:xfrm>
                <a:off x="8401050" y="5384730"/>
                <a:ext cx="514440" cy="4582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41F2A2FB-A23F-35EC-6D2E-8AFDEC4BE41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83410" y="5366730"/>
                  <a:ext cx="55008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3CF899A-2131-46A8-7076-364E6A804668}"/>
                    </a:ext>
                  </a:extLst>
                </p14:cNvPr>
                <p14:cNvContentPartPr/>
                <p14:nvPr/>
              </p14:nvContentPartPr>
              <p14:xfrm>
                <a:off x="9451170" y="5340090"/>
                <a:ext cx="44640" cy="5616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3CF899A-2131-46A8-7076-364E6A80466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433170" y="5322450"/>
                  <a:ext cx="8028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D1F2C5A-BB31-7475-CC37-F439804E3AAD}"/>
                    </a:ext>
                  </a:extLst>
                </p14:cNvPr>
                <p14:cNvContentPartPr/>
                <p14:nvPr/>
              </p14:nvContentPartPr>
              <p14:xfrm>
                <a:off x="9791730" y="5384370"/>
                <a:ext cx="1175040" cy="324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D1F2C5A-BB31-7475-CC37-F439804E3AA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73730" y="5366370"/>
                  <a:ext cx="1210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EEC1499-C902-6532-8264-B533AFD14AC7}"/>
                    </a:ext>
                  </a:extLst>
                </p14:cNvPr>
                <p14:cNvContentPartPr/>
                <p14:nvPr/>
              </p14:nvContentPartPr>
              <p14:xfrm>
                <a:off x="10483650" y="5416410"/>
                <a:ext cx="195120" cy="2379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EEC1499-C902-6532-8264-B533AFD14AC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466010" y="5398410"/>
                  <a:ext cx="230760" cy="273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C5900D4-DEF5-E96A-FE17-E611B348E60B}"/>
              </a:ext>
            </a:extLst>
          </p:cNvPr>
          <p:cNvSpPr txBox="1"/>
          <p:nvPr/>
        </p:nvSpPr>
        <p:spPr>
          <a:xfrm>
            <a:off x="7916145" y="5839745"/>
            <a:ext cx="12177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오염된 데이터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7326F1-F01C-0AD3-51B5-8A58144050FE}"/>
              </a:ext>
            </a:extLst>
          </p:cNvPr>
          <p:cNvSpPr txBox="1"/>
          <p:nvPr/>
        </p:nvSpPr>
        <p:spPr>
          <a:xfrm>
            <a:off x="9138830" y="5889176"/>
            <a:ext cx="850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</a:rPr>
              <a:t>이동값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598A21-3C69-A991-D544-EBBB9EE708A7}"/>
              </a:ext>
            </a:extLst>
          </p:cNvPr>
          <p:cNvSpPr txBox="1"/>
          <p:nvPr/>
        </p:nvSpPr>
        <p:spPr>
          <a:xfrm>
            <a:off x="10483650" y="5659050"/>
            <a:ext cx="1307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스코어방향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11B2916E-34E3-2E5E-7080-2865F0D8924D}"/>
                  </a:ext>
                </a:extLst>
              </p14:cNvPr>
              <p14:cNvContentPartPr/>
              <p14:nvPr/>
            </p14:nvContentPartPr>
            <p14:xfrm>
              <a:off x="5847930" y="5181330"/>
              <a:ext cx="360" cy="36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11B2916E-34E3-2E5E-7080-2865F0D8924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85290" y="511833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273FBDA1-8D48-63DD-6372-3F66BA7857FA}"/>
                  </a:ext>
                </a:extLst>
              </p14:cNvPr>
              <p14:cNvContentPartPr/>
              <p14:nvPr/>
            </p14:nvContentPartPr>
            <p14:xfrm>
              <a:off x="6730650" y="5187810"/>
              <a:ext cx="360" cy="3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273FBDA1-8D48-63DD-6372-3F66BA7857F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68010" y="512481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72B9C194-0754-E7D7-B0CF-9041E0A745D7}"/>
                  </a:ext>
                </a:extLst>
              </p14:cNvPr>
              <p14:cNvContentPartPr/>
              <p14:nvPr/>
            </p14:nvContentPartPr>
            <p14:xfrm>
              <a:off x="7238970" y="5175210"/>
              <a:ext cx="360" cy="36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72B9C194-0754-E7D7-B0CF-9041E0A745D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75970" y="511221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8532DE18-045E-73E6-2B66-BF2BA04CF5C6}"/>
                  </a:ext>
                </a:extLst>
              </p14:cNvPr>
              <p14:cNvContentPartPr/>
              <p14:nvPr/>
            </p14:nvContentPartPr>
            <p14:xfrm>
              <a:off x="7257690" y="3181170"/>
              <a:ext cx="2880" cy="144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8532DE18-045E-73E6-2B66-BF2BA04CF5C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95050" y="3118170"/>
                <a:ext cx="1285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C283E249-BA82-3216-10FE-145AB79259BB}"/>
                  </a:ext>
                </a:extLst>
              </p14:cNvPr>
              <p14:cNvContentPartPr/>
              <p14:nvPr/>
            </p14:nvContentPartPr>
            <p14:xfrm>
              <a:off x="6724530" y="2411850"/>
              <a:ext cx="360" cy="144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C283E249-BA82-3216-10FE-145AB79259B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61890" y="2348850"/>
                <a:ext cx="1260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C058DD92-E7CB-9566-BB4F-CD166A7825C4}"/>
                  </a:ext>
                </a:extLst>
              </p14:cNvPr>
              <p14:cNvContentPartPr/>
              <p14:nvPr/>
            </p14:nvContentPartPr>
            <p14:xfrm>
              <a:off x="5847930" y="2952570"/>
              <a:ext cx="360" cy="36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C058DD92-E7CB-9566-BB4F-CD166A7825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85290" y="2889930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그룹 39">
            <a:extLst>
              <a:ext uri="{FF2B5EF4-FFF2-40B4-BE49-F238E27FC236}">
                <a16:creationId xmlns:a16="http://schemas.microsoft.com/office/drawing/2014/main" id="{E862AAF0-7247-355A-C719-B278F669766B}"/>
              </a:ext>
            </a:extLst>
          </p:cNvPr>
          <p:cNvGrpSpPr/>
          <p:nvPr/>
        </p:nvGrpSpPr>
        <p:grpSpPr>
          <a:xfrm>
            <a:off x="10089810" y="4449090"/>
            <a:ext cx="779400" cy="485280"/>
            <a:chOff x="10089810" y="4449090"/>
            <a:chExt cx="77940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C3529DB5-5AA0-E87F-67AF-BB5E10E2C6E2}"/>
                    </a:ext>
                  </a:extLst>
                </p14:cNvPr>
                <p14:cNvContentPartPr/>
                <p14:nvPr/>
              </p14:nvContentPartPr>
              <p14:xfrm>
                <a:off x="10089810" y="4863810"/>
                <a:ext cx="779400" cy="705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C3529DB5-5AA0-E87F-67AF-BB5E10E2C6E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83690" y="4857690"/>
                  <a:ext cx="7916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E95A7273-FFB6-DF43-381F-D32316D7A6AC}"/>
                    </a:ext>
                  </a:extLst>
                </p14:cNvPr>
                <p14:cNvContentPartPr/>
                <p14:nvPr/>
              </p14:nvContentPartPr>
              <p14:xfrm>
                <a:off x="10445490" y="4686330"/>
                <a:ext cx="360" cy="16452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E95A7273-FFB6-DF43-381F-D32316D7A6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39370" y="4680210"/>
                  <a:ext cx="126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A2A72069-662C-B946-0DFD-0DEEEA73D65E}"/>
                    </a:ext>
                  </a:extLst>
                </p14:cNvPr>
                <p14:cNvContentPartPr/>
                <p14:nvPr/>
              </p14:nvContentPartPr>
              <p14:xfrm>
                <a:off x="10515330" y="4705050"/>
                <a:ext cx="6840" cy="10764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A2A72069-662C-B946-0DFD-0DEEEA73D6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09210" y="4698930"/>
                  <a:ext cx="19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013F7EDE-9877-6DC5-1563-C91672C2FFF1}"/>
                    </a:ext>
                  </a:extLst>
                </p14:cNvPr>
                <p14:cNvContentPartPr/>
                <p14:nvPr/>
              </p14:nvContentPartPr>
              <p14:xfrm>
                <a:off x="10515330" y="4666890"/>
                <a:ext cx="13320" cy="15228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013F7EDE-9877-6DC5-1563-C91672C2FFF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09210" y="4660770"/>
                  <a:ext cx="25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87865C42-27D7-B845-FBC7-39ED61818F16}"/>
                    </a:ext>
                  </a:extLst>
                </p14:cNvPr>
                <p14:cNvContentPartPr/>
                <p14:nvPr/>
              </p14:nvContentPartPr>
              <p14:xfrm>
                <a:off x="10431810" y="4449090"/>
                <a:ext cx="92520" cy="18756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87865C42-27D7-B845-FBC7-39ED61818F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25690" y="4442970"/>
                  <a:ext cx="10476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ACA47920-1C9B-3EF5-BE6C-46B6829A5450}"/>
                  </a:ext>
                </a:extLst>
              </p14:cNvPr>
              <p14:cNvContentPartPr/>
              <p14:nvPr/>
            </p14:nvContentPartPr>
            <p14:xfrm>
              <a:off x="8788050" y="4711530"/>
              <a:ext cx="90000" cy="120240"/>
            </p14:xfrm>
          </p:contentPart>
        </mc:Choice>
        <mc:Fallback xmlns=""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ACA47920-1C9B-3EF5-BE6C-46B6829A545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81930" y="4705410"/>
                <a:ext cx="102240" cy="1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그룹 63">
            <a:extLst>
              <a:ext uri="{FF2B5EF4-FFF2-40B4-BE49-F238E27FC236}">
                <a16:creationId xmlns:a16="http://schemas.microsoft.com/office/drawing/2014/main" id="{770B165B-243A-4675-FE02-C318000282D7}"/>
              </a:ext>
            </a:extLst>
          </p:cNvPr>
          <p:cNvGrpSpPr/>
          <p:nvPr/>
        </p:nvGrpSpPr>
        <p:grpSpPr>
          <a:xfrm>
            <a:off x="8906850" y="4730610"/>
            <a:ext cx="189360" cy="215640"/>
            <a:chOff x="8906850" y="4730610"/>
            <a:chExt cx="18936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A8D1F954-C16F-B824-DC7A-A15001A29C7B}"/>
                    </a:ext>
                  </a:extLst>
                </p14:cNvPr>
                <p14:cNvContentPartPr/>
                <p14:nvPr/>
              </p14:nvContentPartPr>
              <p14:xfrm>
                <a:off x="8921610" y="4870290"/>
                <a:ext cx="360" cy="7596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A8D1F954-C16F-B824-DC7A-A15001A29C7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15490" y="4864170"/>
                  <a:ext cx="12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15F2AB01-07E5-E5AF-B962-E857376F7234}"/>
                    </a:ext>
                  </a:extLst>
                </p14:cNvPr>
                <p14:cNvContentPartPr/>
                <p14:nvPr/>
              </p14:nvContentPartPr>
              <p14:xfrm>
                <a:off x="8965890" y="4870290"/>
                <a:ext cx="6120" cy="6372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15F2AB01-07E5-E5AF-B962-E857376F723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959770" y="4864170"/>
                  <a:ext cx="18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C7DF50A4-9B0D-5AB8-4CFB-0FF7838F3DCC}"/>
                    </a:ext>
                  </a:extLst>
                </p14:cNvPr>
                <p14:cNvContentPartPr/>
                <p14:nvPr/>
              </p14:nvContentPartPr>
              <p14:xfrm>
                <a:off x="8906850" y="4730610"/>
                <a:ext cx="77400" cy="9612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C7DF50A4-9B0D-5AB8-4CFB-0FF7838F3D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00730" y="4724490"/>
                  <a:ext cx="89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6BAD42F2-9DB3-06E3-781C-0A7D9E3CEEE8}"/>
                    </a:ext>
                  </a:extLst>
                </p14:cNvPr>
                <p14:cNvContentPartPr/>
                <p14:nvPr/>
              </p14:nvContentPartPr>
              <p14:xfrm>
                <a:off x="9016650" y="4736730"/>
                <a:ext cx="38880" cy="8208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6BAD42F2-9DB3-06E3-781C-0A7D9E3CEEE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10530" y="4730610"/>
                  <a:ext cx="51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4AAD2DBB-B4C5-6070-D032-9D10686DF775}"/>
                    </a:ext>
                  </a:extLst>
                </p14:cNvPr>
                <p14:cNvContentPartPr/>
                <p14:nvPr/>
              </p14:nvContentPartPr>
              <p14:xfrm>
                <a:off x="8997930" y="4736730"/>
                <a:ext cx="98280" cy="7956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4AAD2DBB-B4C5-6070-D032-9D10686DF77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91810" y="4730610"/>
                  <a:ext cx="11052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017E2BC-6315-94D8-2AB2-1EC25635A8E5}"/>
              </a:ext>
            </a:extLst>
          </p:cNvPr>
          <p:cNvGrpSpPr/>
          <p:nvPr/>
        </p:nvGrpSpPr>
        <p:grpSpPr>
          <a:xfrm>
            <a:off x="8623170" y="4724130"/>
            <a:ext cx="97920" cy="148320"/>
            <a:chOff x="8623170" y="4724130"/>
            <a:chExt cx="9792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CB9FCEA-BD35-34FE-40EF-04742C502374}"/>
                    </a:ext>
                  </a:extLst>
                </p14:cNvPr>
                <p14:cNvContentPartPr/>
                <p14:nvPr/>
              </p14:nvContentPartPr>
              <p14:xfrm>
                <a:off x="8639730" y="4724130"/>
                <a:ext cx="72720" cy="1245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CB9FCEA-BD35-34FE-40EF-04742C5023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30730" y="4715130"/>
                  <a:ext cx="90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CEC40936-ECB6-926E-B251-4A67C4091381}"/>
                    </a:ext>
                  </a:extLst>
                </p14:cNvPr>
                <p14:cNvContentPartPr/>
                <p14:nvPr/>
              </p14:nvContentPartPr>
              <p14:xfrm>
                <a:off x="8623170" y="4730610"/>
                <a:ext cx="97920" cy="1418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CEC40936-ECB6-926E-B251-4A67C409138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14530" y="4721610"/>
                  <a:ext cx="11556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741F878-4DA3-E8D1-1913-7538498FD386}"/>
              </a:ext>
            </a:extLst>
          </p:cNvPr>
          <p:cNvGrpSpPr/>
          <p:nvPr/>
        </p:nvGrpSpPr>
        <p:grpSpPr>
          <a:xfrm>
            <a:off x="6431130" y="2543610"/>
            <a:ext cx="170280" cy="2066040"/>
            <a:chOff x="6431130" y="2543610"/>
            <a:chExt cx="170280" cy="20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1AD3E1F3-2C1D-42EA-3C12-A201ED8B2A9E}"/>
                    </a:ext>
                  </a:extLst>
                </p14:cNvPr>
                <p14:cNvContentPartPr/>
                <p14:nvPr/>
              </p14:nvContentPartPr>
              <p14:xfrm>
                <a:off x="6445170" y="2952930"/>
                <a:ext cx="89640" cy="1029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1AD3E1F3-2C1D-42EA-3C12-A201ED8B2A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36170" y="2943930"/>
                  <a:ext cx="107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232DECB8-4F84-4F03-C17B-D06551D82632}"/>
                    </a:ext>
                  </a:extLst>
                </p14:cNvPr>
                <p14:cNvContentPartPr/>
                <p14:nvPr/>
              </p14:nvContentPartPr>
              <p14:xfrm>
                <a:off x="6431130" y="3009810"/>
                <a:ext cx="71640" cy="159984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232DECB8-4F84-4F03-C17B-D06551D826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22490" y="3000810"/>
                  <a:ext cx="89280" cy="16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695949FD-679C-C3DF-02E5-FF9E4D8CCB18}"/>
                    </a:ext>
                  </a:extLst>
                </p14:cNvPr>
                <p14:cNvContentPartPr/>
                <p14:nvPr/>
              </p14:nvContentPartPr>
              <p14:xfrm>
                <a:off x="6489450" y="2543610"/>
                <a:ext cx="87480" cy="38988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695949FD-679C-C3DF-02E5-FF9E4D8CCB1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80810" y="2534970"/>
                  <a:ext cx="10512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F1C55D67-13EE-0C8D-4FB6-C711DFEA4FAA}"/>
                    </a:ext>
                  </a:extLst>
                </p14:cNvPr>
                <p14:cNvContentPartPr/>
                <p14:nvPr/>
              </p14:nvContentPartPr>
              <p14:xfrm>
                <a:off x="6559290" y="2546130"/>
                <a:ext cx="42120" cy="11664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F1C55D67-13EE-0C8D-4FB6-C711DFEA4FA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50650" y="2537130"/>
                  <a:ext cx="5976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174EA963-9C04-74B4-E01C-609104EA24C8}"/>
                  </a:ext>
                </a:extLst>
              </p14:cNvPr>
              <p14:cNvContentPartPr/>
              <p14:nvPr/>
            </p14:nvContentPartPr>
            <p14:xfrm>
              <a:off x="5098770" y="4603530"/>
              <a:ext cx="360" cy="24084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174EA963-9C04-74B4-E01C-609104EA24C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90130" y="4594890"/>
                <a:ext cx="180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DEEA413F-563C-13BE-BDF3-A9946409D26F}"/>
                  </a:ext>
                </a:extLst>
              </p14:cNvPr>
              <p14:cNvContentPartPr/>
              <p14:nvPr/>
            </p14:nvContentPartPr>
            <p14:xfrm>
              <a:off x="5105250" y="4590930"/>
              <a:ext cx="113040" cy="21060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DEEA413F-563C-13BE-BDF3-A9946409D26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96610" y="4582290"/>
                <a:ext cx="1306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D4092731-D42E-D6E7-DCB9-A06D6516B4B4}"/>
                  </a:ext>
                </a:extLst>
              </p14:cNvPr>
              <p14:cNvContentPartPr/>
              <p14:nvPr/>
            </p14:nvContentPartPr>
            <p14:xfrm>
              <a:off x="5117850" y="5321370"/>
              <a:ext cx="720" cy="254520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D4092731-D42E-D6E7-DCB9-A06D6516B4B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099850" y="5312370"/>
                <a:ext cx="360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EA07FEF8-86FD-D750-9325-C3DD85510B09}"/>
                  </a:ext>
                </a:extLst>
              </p14:cNvPr>
              <p14:cNvContentPartPr/>
              <p14:nvPr/>
            </p14:nvContentPartPr>
            <p14:xfrm>
              <a:off x="5124330" y="5570130"/>
              <a:ext cx="147240" cy="612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EA07FEF8-86FD-D750-9325-C3DD85510B0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15330" y="5561130"/>
                <a:ext cx="1648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67604BF8-AE27-E224-CB47-1FC9EA267B23}"/>
                  </a:ext>
                </a:extLst>
              </p14:cNvPr>
              <p14:cNvContentPartPr/>
              <p14:nvPr/>
            </p14:nvContentPartPr>
            <p14:xfrm>
              <a:off x="6107130" y="3318330"/>
              <a:ext cx="67680" cy="6120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67604BF8-AE27-E224-CB47-1FC9EA267B2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098130" y="3309690"/>
                <a:ext cx="853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7" name="잉크 56">
                <a:extLst>
                  <a:ext uri="{FF2B5EF4-FFF2-40B4-BE49-F238E27FC236}">
                    <a16:creationId xmlns:a16="http://schemas.microsoft.com/office/drawing/2014/main" id="{4A2DE032-53EB-0385-D25A-195BBFD96E8A}"/>
                  </a:ext>
                </a:extLst>
              </p14:cNvPr>
              <p14:cNvContentPartPr/>
              <p14:nvPr/>
            </p14:nvContentPartPr>
            <p14:xfrm>
              <a:off x="6013170" y="2997210"/>
              <a:ext cx="158760" cy="273240"/>
            </p14:xfrm>
          </p:contentPart>
        </mc:Choice>
        <mc:Fallback xmlns="">
          <p:pic>
            <p:nvPicPr>
              <p:cNvPr id="57" name="잉크 56">
                <a:extLst>
                  <a:ext uri="{FF2B5EF4-FFF2-40B4-BE49-F238E27FC236}">
                    <a16:creationId xmlns:a16="http://schemas.microsoft.com/office/drawing/2014/main" id="{4A2DE032-53EB-0385-D25A-195BBFD96E8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004530" y="2988210"/>
                <a:ext cx="176400" cy="29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B6387-5B1A-1B40-00D9-31A1558314D8}"/>
              </a:ext>
            </a:extLst>
          </p:cNvPr>
          <p:cNvGrpSpPr/>
          <p:nvPr/>
        </p:nvGrpSpPr>
        <p:grpSpPr>
          <a:xfrm>
            <a:off x="6004170" y="2990730"/>
            <a:ext cx="58680" cy="66960"/>
            <a:chOff x="6004170" y="2990730"/>
            <a:chExt cx="58680" cy="6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EAF3631D-5DD7-81A8-8D2A-E96624851232}"/>
                    </a:ext>
                  </a:extLst>
                </p14:cNvPr>
                <p14:cNvContentPartPr/>
                <p14:nvPr/>
              </p14:nvContentPartPr>
              <p14:xfrm>
                <a:off x="6004170" y="2990730"/>
                <a:ext cx="9360" cy="6696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EAF3631D-5DD7-81A8-8D2A-E9662485123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95170" y="2981730"/>
                  <a:ext cx="27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C375E1C1-71DC-D277-45C5-A9A03590B1C0}"/>
                    </a:ext>
                  </a:extLst>
                </p14:cNvPr>
                <p14:cNvContentPartPr/>
                <p14:nvPr/>
              </p14:nvContentPartPr>
              <p14:xfrm>
                <a:off x="6025770" y="2990730"/>
                <a:ext cx="37080" cy="36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C375E1C1-71DC-D277-45C5-A9A03590B1C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17130" y="2981730"/>
                  <a:ext cx="5472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59AE3656-ED47-86DD-962B-54FA4EF2FBB0}"/>
                  </a:ext>
                </a:extLst>
              </p14:cNvPr>
              <p14:cNvContentPartPr/>
              <p14:nvPr/>
            </p14:nvContentPartPr>
            <p14:xfrm>
              <a:off x="6099570" y="3333450"/>
              <a:ext cx="54000" cy="2372040"/>
            </p14:xfrm>
          </p:contentPart>
        </mc:Choice>
        <mc:Fallback xmlns=""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59AE3656-ED47-86DD-962B-54FA4EF2FBB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090930" y="3324810"/>
                <a:ext cx="71640" cy="23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226FADF8-80EC-78BC-70EA-4BC18BDCB45A}"/>
                  </a:ext>
                </a:extLst>
              </p14:cNvPr>
              <p14:cNvContentPartPr/>
              <p14:nvPr/>
            </p14:nvContentPartPr>
            <p14:xfrm>
              <a:off x="6399810" y="4514970"/>
              <a:ext cx="53640" cy="102600"/>
            </p14:xfrm>
          </p:contentPart>
        </mc:Choice>
        <mc:Fallback xmlns=""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226FADF8-80EC-78BC-70EA-4BC18BDCB45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391170" y="4505970"/>
                <a:ext cx="712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40054FEA-7B17-51F1-5508-1B4BEF0C4F30}"/>
                  </a:ext>
                </a:extLst>
              </p14:cNvPr>
              <p14:cNvContentPartPr/>
              <p14:nvPr/>
            </p14:nvContentPartPr>
            <p14:xfrm>
              <a:off x="6056010" y="5651490"/>
              <a:ext cx="75600" cy="114120"/>
            </p14:xfrm>
          </p:contentPart>
        </mc:Choice>
        <mc:Fallback xmlns=""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40054FEA-7B17-51F1-5508-1B4BEF0C4F3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047010" y="5642850"/>
                <a:ext cx="93240" cy="131760"/>
              </a:xfrm>
              <a:prstGeom prst="rect">
                <a:avLst/>
              </a:prstGeom>
            </p:spPr>
          </p:pic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CE7D5F30-AB9F-A60A-EF63-E9EEDECC2DBF}"/>
              </a:ext>
            </a:extLst>
          </p:cNvPr>
          <p:cNvSpPr txBox="1"/>
          <p:nvPr/>
        </p:nvSpPr>
        <p:spPr>
          <a:xfrm>
            <a:off x="10559205" y="4342198"/>
            <a:ext cx="1232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-&gt;</a:t>
            </a:r>
            <a:r>
              <a:rPr lang="ko-KR" altLang="en-US" dirty="0"/>
              <a:t>극점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1D6C997F-4436-EBF6-3568-B7A2AD3ACDA1}"/>
                  </a:ext>
                </a:extLst>
              </p14:cNvPr>
              <p14:cNvContentPartPr/>
              <p14:nvPr/>
            </p14:nvContentPartPr>
            <p14:xfrm>
              <a:off x="10445130" y="4426050"/>
              <a:ext cx="93960" cy="1846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1D6C997F-4436-EBF6-3568-B7A2AD3ACDA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439010" y="4419930"/>
                <a:ext cx="106200" cy="19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116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31AD0-1ED5-408D-DEDE-7A2AA6725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250" y="0"/>
            <a:ext cx="10515600" cy="1325563"/>
          </a:xfrm>
        </p:spPr>
        <p:txBody>
          <a:bodyPr/>
          <a:lstStyle/>
          <a:p>
            <a:r>
              <a:rPr lang="ko-KR" altLang="en-US" dirty="0"/>
              <a:t>해결책 </a:t>
            </a:r>
            <a:r>
              <a:rPr lang="en-US" altLang="ko-KR" dirty="0"/>
              <a:t>2 - Sliced Score Matching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24DAB7-AD80-5471-80C9-6B9FC1AC3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57274"/>
            <a:ext cx="11684000" cy="5603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-</a:t>
            </a:r>
            <a:r>
              <a:rPr lang="ko-KR" altLang="en-US" sz="1800" dirty="0">
                <a:solidFill>
                  <a:srgbClr val="FF0000"/>
                </a:solidFill>
              </a:rPr>
              <a:t>모든 방향을 </a:t>
            </a:r>
            <a:r>
              <a:rPr lang="ko-KR" altLang="en-US" sz="1800" dirty="0" err="1">
                <a:solidFill>
                  <a:srgbClr val="FF0000"/>
                </a:solidFill>
              </a:rPr>
              <a:t>보는게</a:t>
            </a:r>
            <a:r>
              <a:rPr lang="ko-KR" altLang="en-US" sz="1800" dirty="0">
                <a:solidFill>
                  <a:srgbClr val="FF0000"/>
                </a:solidFill>
              </a:rPr>
              <a:t> 힘들면</a:t>
            </a:r>
            <a:r>
              <a:rPr lang="en-US" altLang="ko-KR" sz="1800" dirty="0">
                <a:solidFill>
                  <a:srgbClr val="FF0000"/>
                </a:solidFill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</a:rPr>
              <a:t>한 방향만 보자</a:t>
            </a:r>
            <a:r>
              <a:rPr lang="en-US" altLang="ko-KR" sz="1800" dirty="0">
                <a:solidFill>
                  <a:srgbClr val="FF0000"/>
                </a:solidFill>
              </a:rPr>
              <a:t>! (</a:t>
            </a:r>
            <a:r>
              <a:rPr lang="ko-KR" altLang="en-US" sz="1800" dirty="0">
                <a:solidFill>
                  <a:srgbClr val="FF0000"/>
                </a:solidFill>
              </a:rPr>
              <a:t>선택과 집중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1800" dirty="0"/>
              <a:t>-360</a:t>
            </a:r>
            <a:r>
              <a:rPr lang="ko-KR" altLang="en-US" sz="1800" dirty="0"/>
              <a:t>도 모든 방향의 화살표를 다 맞추는 대신</a:t>
            </a:r>
            <a:r>
              <a:rPr lang="en-US" altLang="ko-KR" sz="1800" dirty="0"/>
              <a:t>, </a:t>
            </a:r>
            <a:r>
              <a:rPr lang="ko-KR" altLang="en-US" sz="1800" dirty="0"/>
              <a:t>무작위로 </a:t>
            </a:r>
            <a:r>
              <a:rPr lang="ko-KR" altLang="en-US" sz="1800" dirty="0">
                <a:solidFill>
                  <a:srgbClr val="FF0000"/>
                </a:solidFill>
              </a:rPr>
              <a:t>특정방향</a:t>
            </a:r>
            <a:r>
              <a:rPr lang="en-US" altLang="ko-KR" sz="1800" dirty="0">
                <a:solidFill>
                  <a:srgbClr val="FF0000"/>
                </a:solidFill>
              </a:rPr>
              <a:t>(v) </a:t>
            </a:r>
            <a:r>
              <a:rPr lang="ko-KR" altLang="en-US" sz="1800" dirty="0">
                <a:solidFill>
                  <a:srgbClr val="FF0000"/>
                </a:solidFill>
              </a:rPr>
              <a:t>하나만 골라서</a:t>
            </a:r>
            <a:r>
              <a:rPr lang="en-US" altLang="ko-KR" sz="1800" dirty="0">
                <a:solidFill>
                  <a:srgbClr val="FF0000"/>
                </a:solidFill>
              </a:rPr>
              <a:t>(slice) </a:t>
            </a:r>
            <a:r>
              <a:rPr lang="ko-KR" altLang="en-US" sz="1800" dirty="0"/>
              <a:t>그 방향의 화살표가 맞는지 확인 </a:t>
            </a:r>
            <a:r>
              <a:rPr lang="en-US" altLang="ko-KR" sz="1800" dirty="0">
                <a:solidFill>
                  <a:srgbClr val="FF0000"/>
                </a:solidFill>
              </a:rPr>
              <a:t>(</a:t>
            </a:r>
            <a:r>
              <a:rPr lang="ko-KR" altLang="en-US" sz="1800" dirty="0">
                <a:solidFill>
                  <a:srgbClr val="FF0000"/>
                </a:solidFill>
              </a:rPr>
              <a:t>임의의 방향 </a:t>
            </a:r>
            <a:r>
              <a:rPr lang="en-US" altLang="ko-KR" sz="1800" i="1" dirty="0">
                <a:solidFill>
                  <a:srgbClr val="FF0000"/>
                </a:solidFill>
              </a:rPr>
              <a:t>v</a:t>
            </a:r>
            <a:r>
              <a:rPr lang="ko-KR" altLang="en-US" sz="1800" dirty="0">
                <a:solidFill>
                  <a:srgbClr val="FF0000"/>
                </a:solidFill>
              </a:rPr>
              <a:t>에 대해 스코어 벡터의 </a:t>
            </a:r>
            <a:r>
              <a:rPr lang="ko-KR" altLang="en-US" sz="1800" dirty="0" err="1">
                <a:solidFill>
                  <a:srgbClr val="FF0000"/>
                </a:solidFill>
              </a:rPr>
              <a:t>내적값이</a:t>
            </a:r>
            <a:r>
              <a:rPr lang="ko-KR" altLang="en-US" sz="1800" dirty="0">
                <a:solidFill>
                  <a:srgbClr val="FF0000"/>
                </a:solidFill>
              </a:rPr>
              <a:t> 일치하도록 학습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1800" dirty="0"/>
              <a:t>-</a:t>
            </a:r>
            <a:r>
              <a:rPr lang="ko-KR" altLang="en-US" sz="1800" dirty="0"/>
              <a:t>복잡한 행렬 계산이 </a:t>
            </a:r>
            <a:r>
              <a:rPr lang="en-US" altLang="ko-KR" sz="1800" dirty="0"/>
              <a:t>'</a:t>
            </a:r>
            <a:r>
              <a:rPr lang="ko-KR" altLang="en-US" sz="1800" dirty="0"/>
              <a:t>벡터 곱</a:t>
            </a:r>
            <a:r>
              <a:rPr lang="en-US" altLang="ko-KR" sz="1800" dirty="0"/>
              <a:t>'</a:t>
            </a:r>
            <a:r>
              <a:rPr lang="ko-KR" altLang="en-US" sz="1800" dirty="0"/>
              <a:t>으로 바뀌면서 </a:t>
            </a:r>
            <a:r>
              <a:rPr lang="ko-KR" altLang="en-US" sz="1800" b="1" dirty="0">
                <a:solidFill>
                  <a:srgbClr val="FF0000"/>
                </a:solidFill>
              </a:rPr>
              <a:t>단 한 번의 </a:t>
            </a:r>
            <a:r>
              <a:rPr lang="en-US" altLang="ko-KR" sz="1800" b="1" dirty="0">
                <a:solidFill>
                  <a:srgbClr val="FF0000"/>
                </a:solidFill>
              </a:rPr>
              <a:t>backpropagation</a:t>
            </a:r>
            <a:r>
              <a:rPr lang="ko-KR" altLang="en-US" sz="1800" dirty="0">
                <a:solidFill>
                  <a:srgbClr val="FF0000"/>
                </a:solidFill>
              </a:rPr>
              <a:t>으로 </a:t>
            </a:r>
            <a:r>
              <a:rPr lang="ko-KR" altLang="en-US" sz="1800" dirty="0"/>
              <a:t>계산이 가능</a:t>
            </a:r>
            <a:r>
              <a:rPr lang="en-US" altLang="ko-KR" sz="1800" dirty="0"/>
              <a:t>. </a:t>
            </a:r>
            <a:r>
              <a:rPr lang="en-US" altLang="ko-KR" sz="1800" dirty="0">
                <a:solidFill>
                  <a:srgbClr val="FF0000"/>
                </a:solidFill>
              </a:rPr>
              <a:t>(</a:t>
            </a:r>
            <a:r>
              <a:rPr lang="ko-KR" altLang="en-US" sz="1800" dirty="0">
                <a:solidFill>
                  <a:srgbClr val="FF0000"/>
                </a:solidFill>
              </a:rPr>
              <a:t>문제해결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25D5BB-A161-E57E-5304-EC388C7C1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12" y="2501898"/>
            <a:ext cx="7115175" cy="2714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B32DDD0D-753E-0322-B968-950D89B246B1}"/>
                  </a:ext>
                </a:extLst>
              </p14:cNvPr>
              <p14:cNvContentPartPr/>
              <p14:nvPr/>
            </p14:nvContentPartPr>
            <p14:xfrm>
              <a:off x="3759210" y="3231570"/>
              <a:ext cx="1511640" cy="324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B32DDD0D-753E-0322-B968-950D89B246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1210" y="3213930"/>
                <a:ext cx="154728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B5F76B3A-4FC2-0C45-8A0A-6B0052200474}"/>
                  </a:ext>
                </a:extLst>
              </p14:cNvPr>
              <p14:cNvContentPartPr/>
              <p14:nvPr/>
            </p14:nvContentPartPr>
            <p14:xfrm>
              <a:off x="3759210" y="4432170"/>
              <a:ext cx="1416240" cy="684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B5F76B3A-4FC2-0C45-8A0A-6B00522004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41210" y="4414170"/>
                <a:ext cx="14518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122203FD-32C5-44D1-90C0-A59F46DD789D}"/>
                  </a:ext>
                </a:extLst>
              </p14:cNvPr>
              <p14:cNvContentPartPr/>
              <p14:nvPr/>
            </p14:nvContentPartPr>
            <p14:xfrm>
              <a:off x="6279930" y="2534610"/>
              <a:ext cx="833760" cy="139608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122203FD-32C5-44D1-90C0-A59F46DD78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61930" y="2516970"/>
                <a:ext cx="869400" cy="14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401966BE-C7DD-791F-D1E2-1564A603DE35}"/>
                  </a:ext>
                </a:extLst>
              </p14:cNvPr>
              <p14:cNvContentPartPr/>
              <p14:nvPr/>
            </p14:nvContentPartPr>
            <p14:xfrm>
              <a:off x="6330690" y="3839250"/>
              <a:ext cx="811080" cy="138708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401966BE-C7DD-791F-D1E2-1564A603DE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13050" y="3821250"/>
                <a:ext cx="846720" cy="14227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94204AF-0899-E8F7-BFC6-067D9C4788F9}"/>
              </a:ext>
            </a:extLst>
          </p:cNvPr>
          <p:cNvSpPr txBox="1"/>
          <p:nvPr/>
        </p:nvSpPr>
        <p:spPr>
          <a:xfrm>
            <a:off x="7670799" y="2875061"/>
            <a:ext cx="42164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Not Same!</a:t>
            </a:r>
          </a:p>
          <a:p>
            <a:endParaRPr lang="en-US" altLang="ko-KR" sz="3600" dirty="0"/>
          </a:p>
          <a:p>
            <a:r>
              <a:rPr lang="en-US" altLang="ko-KR" sz="3600" dirty="0"/>
              <a:t>But Approximation!</a:t>
            </a:r>
            <a:endParaRPr lang="ko-KR" altLang="en-US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2BBABF44-6EAB-53C4-9468-B496ECC46477}"/>
                  </a:ext>
                </a:extLst>
              </p14:cNvPr>
              <p14:cNvContentPartPr/>
              <p14:nvPr/>
            </p14:nvContentPartPr>
            <p14:xfrm>
              <a:off x="5530410" y="3157050"/>
              <a:ext cx="230760" cy="26028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2BBABF44-6EAB-53C4-9468-B496ECC4647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12770" y="3139050"/>
                <a:ext cx="2664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CCC5D199-BB36-DA33-45C1-81B9FD94E549}"/>
                  </a:ext>
                </a:extLst>
              </p14:cNvPr>
              <p14:cNvContentPartPr/>
              <p14:nvPr/>
            </p14:nvContentPartPr>
            <p14:xfrm>
              <a:off x="5460570" y="2979930"/>
              <a:ext cx="344160" cy="7488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CCC5D199-BB36-DA33-45C1-81B9FD94E54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42930" y="2962290"/>
                <a:ext cx="3798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7EE262DD-24A7-6039-3C42-F5052469CCAC}"/>
                  </a:ext>
                </a:extLst>
              </p14:cNvPr>
              <p14:cNvContentPartPr/>
              <p14:nvPr/>
            </p14:nvContentPartPr>
            <p14:xfrm>
              <a:off x="5776650" y="3067050"/>
              <a:ext cx="33840" cy="5616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7EE262DD-24A7-6039-3C42-F5052469CCA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59010" y="3049050"/>
                <a:ext cx="69480" cy="9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0071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9D22A-A7E7-54C9-8A2B-2486229CA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18255"/>
            <a:ext cx="10515600" cy="1325563"/>
          </a:xfrm>
        </p:spPr>
        <p:txBody>
          <a:bodyPr/>
          <a:lstStyle/>
          <a:p>
            <a:r>
              <a:rPr lang="ko-KR" altLang="en-US" dirty="0" err="1"/>
              <a:t>랑주뱅</a:t>
            </a:r>
            <a:r>
              <a:rPr lang="ko-KR" altLang="en-US" dirty="0"/>
              <a:t> 역학 </a:t>
            </a:r>
            <a:r>
              <a:rPr lang="en-US" altLang="ko-KR" dirty="0"/>
              <a:t>– </a:t>
            </a:r>
            <a:r>
              <a:rPr lang="ko-KR" altLang="en-US" dirty="0"/>
              <a:t>샘플링 기법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39977D8-8D25-FDEC-CCC8-A9A7EAA4C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80" y="1850925"/>
            <a:ext cx="5990185" cy="3829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84C70D-5484-B3B3-6ED5-4DA9261115B9}"/>
              </a:ext>
            </a:extLst>
          </p:cNvPr>
          <p:cNvSpPr txBox="1"/>
          <p:nvPr/>
        </p:nvSpPr>
        <p:spPr>
          <a:xfrm>
            <a:off x="906670" y="5525075"/>
            <a:ext cx="360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여기까지 이제 해결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길을 찾을 지도준비 끝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EA3383-2151-DBA6-90ED-DA79494BA474}"/>
              </a:ext>
            </a:extLst>
          </p:cNvPr>
          <p:cNvSpPr txBox="1"/>
          <p:nvPr/>
        </p:nvSpPr>
        <p:spPr>
          <a:xfrm>
            <a:off x="4513470" y="4210230"/>
            <a:ext cx="200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여기는</a:t>
            </a:r>
            <a:r>
              <a:rPr lang="en-US" altLang="ko-KR" sz="1200" dirty="0">
                <a:solidFill>
                  <a:srgbClr val="FF0000"/>
                </a:solidFill>
              </a:rPr>
              <a:t>? (</a:t>
            </a:r>
            <a:r>
              <a:rPr lang="ko-KR" altLang="en-US" sz="1200" dirty="0">
                <a:solidFill>
                  <a:srgbClr val="FF0000"/>
                </a:solidFill>
              </a:rPr>
              <a:t>샘플링</a:t>
            </a:r>
            <a:r>
              <a:rPr lang="en-US" altLang="ko-KR" sz="1200" dirty="0">
                <a:solidFill>
                  <a:srgbClr val="FF0000"/>
                </a:solidFill>
              </a:rPr>
              <a:t>?)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=</a:t>
            </a:r>
            <a:r>
              <a:rPr lang="ko-KR" altLang="en-US" sz="1200" dirty="0" err="1">
                <a:solidFill>
                  <a:srgbClr val="FF0000"/>
                </a:solidFill>
              </a:rPr>
              <a:t>랑주뱅</a:t>
            </a:r>
            <a:r>
              <a:rPr lang="ko-KR" altLang="en-US" sz="1200" dirty="0">
                <a:solidFill>
                  <a:srgbClr val="FF0000"/>
                </a:solidFill>
              </a:rPr>
              <a:t> 역학으로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=</a:t>
            </a:r>
            <a:r>
              <a:rPr lang="ko-KR" altLang="en-US" sz="1200" dirty="0">
                <a:solidFill>
                  <a:srgbClr val="FF0000"/>
                </a:solidFill>
              </a:rPr>
              <a:t>지도만 가지고 정상까지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6ECFEC-3B2D-0EC3-D660-DA5DAF1B3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89" y="1312862"/>
            <a:ext cx="5202595" cy="26812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17D43503-D04C-023D-707B-3E039EABA9DB}"/>
                  </a:ext>
                </a:extLst>
              </p14:cNvPr>
              <p14:cNvContentPartPr/>
              <p14:nvPr/>
            </p14:nvContentPartPr>
            <p14:xfrm>
              <a:off x="4552650" y="2324010"/>
              <a:ext cx="70560" cy="377244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17D43503-D04C-023D-707B-3E039EABA9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34650" y="2306010"/>
                <a:ext cx="106200" cy="380808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C2315723-3AD0-B5B4-A080-43252B99ADE9}"/>
              </a:ext>
            </a:extLst>
          </p:cNvPr>
          <p:cNvSpPr txBox="1"/>
          <p:nvPr/>
        </p:nvSpPr>
        <p:spPr>
          <a:xfrm>
            <a:off x="6718300" y="4011484"/>
            <a:ext cx="552352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ko-KR" altLang="en-US" sz="1100" dirty="0"/>
              <a:t>시작 </a:t>
            </a:r>
            <a:r>
              <a:rPr lang="en-US" altLang="ko-KR" sz="1100" dirty="0"/>
              <a:t>: </a:t>
            </a:r>
            <a:r>
              <a:rPr lang="ko-KR" altLang="en-US" sz="1100" dirty="0"/>
              <a:t>아무것도 없는 회색 노이즈에서 출발</a:t>
            </a:r>
            <a:endParaRPr lang="en-US" altLang="ko-KR" sz="1100" dirty="0"/>
          </a:p>
          <a:p>
            <a:pPr marL="228600" indent="-228600">
              <a:buAutoNum type="arabicParenR"/>
            </a:pPr>
            <a:endParaRPr lang="en-US" altLang="ko-KR" sz="1100" dirty="0"/>
          </a:p>
          <a:p>
            <a:r>
              <a:rPr lang="en-US" altLang="ko-KR" sz="1100" dirty="0"/>
              <a:t>2) </a:t>
            </a:r>
            <a:r>
              <a:rPr lang="ko-KR" altLang="en-US" sz="1100" dirty="0"/>
              <a:t>이동 </a:t>
            </a:r>
            <a:r>
              <a:rPr lang="en-US" altLang="ko-KR" sz="1100" dirty="0"/>
              <a:t>: </a:t>
            </a:r>
            <a:r>
              <a:rPr lang="ko-KR" altLang="en-US" sz="1100" dirty="0"/>
              <a:t>모델이 알려주는 화살표 방향으로 한 걸음 옮김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3) </a:t>
            </a:r>
            <a:r>
              <a:rPr lang="ko-KR" altLang="en-US" sz="1100" dirty="0"/>
              <a:t>흔들기 </a:t>
            </a:r>
            <a:r>
              <a:rPr lang="en-US" altLang="ko-KR" sz="1100" dirty="0"/>
              <a:t>: </a:t>
            </a:r>
            <a:r>
              <a:rPr lang="ko-KR" altLang="en-US" sz="1100" dirty="0"/>
              <a:t>매 순간 </a:t>
            </a:r>
            <a:r>
              <a:rPr lang="ko-KR" altLang="en-US" sz="1100" dirty="0">
                <a:solidFill>
                  <a:srgbClr val="FF0000"/>
                </a:solidFill>
              </a:rPr>
              <a:t>약간의 새로운 무작위 노이즈를 다시 </a:t>
            </a:r>
            <a:r>
              <a:rPr lang="ko-KR" altLang="en-US" sz="1100" dirty="0" err="1">
                <a:solidFill>
                  <a:srgbClr val="FF0000"/>
                </a:solidFill>
              </a:rPr>
              <a:t>섞어줌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</a:p>
          <a:p>
            <a:r>
              <a:rPr lang="ko-KR" altLang="en-US" sz="1100" dirty="0"/>
              <a:t>그래야 웅덩이에 빠지지 않고 전체 지형을 골고루 탐색하며 </a:t>
            </a:r>
            <a:r>
              <a:rPr lang="en-US" altLang="ko-KR" sz="1100" dirty="0"/>
              <a:t>‘</a:t>
            </a:r>
            <a:r>
              <a:rPr lang="ko-KR" altLang="en-US" sz="1100" dirty="0"/>
              <a:t>진짜 정상</a:t>
            </a:r>
            <a:r>
              <a:rPr lang="en-US" altLang="ko-KR" sz="1100" dirty="0"/>
              <a:t>'</a:t>
            </a:r>
            <a:r>
              <a:rPr lang="ko-KR" altLang="en-US" sz="1100" dirty="0"/>
              <a:t>에 도달 가능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 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웅덩이 </a:t>
            </a:r>
            <a:r>
              <a:rPr lang="en-US" altLang="ko-KR" sz="1100" dirty="0">
                <a:solidFill>
                  <a:srgbClr val="FF0000"/>
                </a:solidFill>
              </a:rPr>
              <a:t>= </a:t>
            </a:r>
            <a:r>
              <a:rPr lang="ko-KR" altLang="en-US" sz="1100" dirty="0">
                <a:solidFill>
                  <a:srgbClr val="FF0000"/>
                </a:solidFill>
              </a:rPr>
              <a:t>지역 최적해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602CE2FC-2938-D0C2-93DB-6ADA8CB5DFE1}"/>
                  </a:ext>
                </a:extLst>
              </p14:cNvPr>
              <p14:cNvContentPartPr/>
              <p14:nvPr/>
            </p14:nvContentPartPr>
            <p14:xfrm>
              <a:off x="11523330" y="3769770"/>
              <a:ext cx="169560" cy="19260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602CE2FC-2938-D0C2-93DB-6ADA8CB5DFE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17210" y="3763650"/>
                <a:ext cx="1818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D63BCA9C-D549-9B65-6D1D-EC37699A269C}"/>
                  </a:ext>
                </a:extLst>
              </p14:cNvPr>
              <p14:cNvContentPartPr/>
              <p14:nvPr/>
            </p14:nvContentPartPr>
            <p14:xfrm>
              <a:off x="10528290" y="3733770"/>
              <a:ext cx="635400" cy="3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D63BCA9C-D549-9B65-6D1D-EC37699A269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22170" y="3727650"/>
                <a:ext cx="6476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E6F9A0DD-DD1D-FF71-08A3-BD098E3E878A}"/>
              </a:ext>
            </a:extLst>
          </p:cNvPr>
          <p:cNvGrpSpPr/>
          <p:nvPr/>
        </p:nvGrpSpPr>
        <p:grpSpPr>
          <a:xfrm>
            <a:off x="11213730" y="3561330"/>
            <a:ext cx="404640" cy="204120"/>
            <a:chOff x="11213730" y="3561330"/>
            <a:chExt cx="40464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4430A854-FAB4-AC60-3772-72130789D594}"/>
                    </a:ext>
                  </a:extLst>
                </p14:cNvPr>
                <p14:cNvContentPartPr/>
                <p14:nvPr/>
              </p14:nvContentPartPr>
              <p14:xfrm>
                <a:off x="11213730" y="3561330"/>
                <a:ext cx="369000" cy="1890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4430A854-FAB4-AC60-3772-72130789D5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07610" y="3555210"/>
                  <a:ext cx="381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2F2BE886-1F79-0BF6-445C-075A19FC942F}"/>
                    </a:ext>
                  </a:extLst>
                </p14:cNvPr>
                <p14:cNvContentPartPr/>
                <p14:nvPr/>
              </p14:nvContentPartPr>
              <p14:xfrm>
                <a:off x="11601090" y="3700290"/>
                <a:ext cx="17280" cy="651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2F2BE886-1F79-0BF6-445C-075A19FC94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94970" y="3694170"/>
                  <a:ext cx="29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6D571B51-5B79-3C14-DD01-78790311A92B}"/>
                    </a:ext>
                  </a:extLst>
                </p14:cNvPr>
                <p14:cNvContentPartPr/>
                <p14:nvPr/>
              </p14:nvContentPartPr>
              <p14:xfrm>
                <a:off x="11552130" y="3733770"/>
                <a:ext cx="37080" cy="3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6D571B51-5B79-3C14-DD01-78790311A9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46010" y="3727650"/>
                  <a:ext cx="4932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9" name="그림 28" descr="스케치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697112-A0E8-E80D-428C-6C6A51E94CC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808" y="5525075"/>
            <a:ext cx="3857625" cy="12137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C61624EB-4CC2-6E65-F7E3-1F7719FBEA4C}"/>
                  </a:ext>
                </a:extLst>
              </p14:cNvPr>
              <p14:cNvContentPartPr/>
              <p14:nvPr/>
            </p14:nvContentPartPr>
            <p14:xfrm>
              <a:off x="7689690" y="6597570"/>
              <a:ext cx="939600" cy="36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C61624EB-4CC2-6E65-F7E3-1F7719FBEA4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83570" y="6591450"/>
                <a:ext cx="9518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그룹 32">
            <a:extLst>
              <a:ext uri="{FF2B5EF4-FFF2-40B4-BE49-F238E27FC236}">
                <a16:creationId xmlns:a16="http://schemas.microsoft.com/office/drawing/2014/main" id="{DF2AE712-FEF5-9CEF-87E7-D40ED40316A1}"/>
              </a:ext>
            </a:extLst>
          </p:cNvPr>
          <p:cNvGrpSpPr/>
          <p:nvPr/>
        </p:nvGrpSpPr>
        <p:grpSpPr>
          <a:xfrm>
            <a:off x="7708770" y="5245050"/>
            <a:ext cx="199080" cy="667800"/>
            <a:chOff x="7708770" y="5245050"/>
            <a:chExt cx="199080" cy="6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F805DFDC-A1BC-C0B9-BC67-2453B81BBA2A}"/>
                    </a:ext>
                  </a:extLst>
                </p14:cNvPr>
                <p14:cNvContentPartPr/>
                <p14:nvPr/>
              </p14:nvContentPartPr>
              <p14:xfrm>
                <a:off x="7708770" y="5245050"/>
                <a:ext cx="135360" cy="63432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F805DFDC-A1BC-C0B9-BC67-2453B81BBA2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702650" y="5238930"/>
                  <a:ext cx="14760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074FD1C0-71DC-FFAA-5EE4-42BD94C93E9C}"/>
                    </a:ext>
                  </a:extLst>
                </p14:cNvPr>
                <p14:cNvContentPartPr/>
                <p14:nvPr/>
              </p14:nvContentPartPr>
              <p14:xfrm>
                <a:off x="7727850" y="5792970"/>
                <a:ext cx="180000" cy="119880"/>
              </p14:xfrm>
            </p:contentPart>
          </mc:Choice>
          <mc:Fallback xmlns=""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074FD1C0-71DC-FFAA-5EE4-42BD94C93E9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21730" y="5786850"/>
                  <a:ext cx="192240" cy="13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AA0C1F5-B5DB-BE5F-7F50-186A622A2595}"/>
                  </a:ext>
                </a:extLst>
              </p14:cNvPr>
              <p14:cNvContentPartPr/>
              <p14:nvPr/>
            </p14:nvContentPartPr>
            <p14:xfrm>
              <a:off x="7474050" y="5979450"/>
              <a:ext cx="50760" cy="518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AA0C1F5-B5DB-BE5F-7F50-186A622A259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65410" y="5970810"/>
                <a:ext cx="68400" cy="6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그룹 45">
            <a:extLst>
              <a:ext uri="{FF2B5EF4-FFF2-40B4-BE49-F238E27FC236}">
                <a16:creationId xmlns:a16="http://schemas.microsoft.com/office/drawing/2014/main" id="{4C182ADE-9918-47DA-9C43-695121126175}"/>
              </a:ext>
            </a:extLst>
          </p:cNvPr>
          <p:cNvGrpSpPr/>
          <p:nvPr/>
        </p:nvGrpSpPr>
        <p:grpSpPr>
          <a:xfrm>
            <a:off x="7480890" y="5968290"/>
            <a:ext cx="235800" cy="166320"/>
            <a:chOff x="7480890" y="5968290"/>
            <a:chExt cx="23580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7D74EB67-4699-E519-B1F4-E2767A904CAD}"/>
                    </a:ext>
                  </a:extLst>
                </p14:cNvPr>
                <p14:cNvContentPartPr/>
                <p14:nvPr/>
              </p14:nvContentPartPr>
              <p14:xfrm>
                <a:off x="7480890" y="5968290"/>
                <a:ext cx="48240" cy="6984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7D74EB67-4699-E519-B1F4-E2767A904CA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71890" y="5959650"/>
                  <a:ext cx="65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F7634CF6-29D3-303A-D0FB-5526B04F311F}"/>
                    </a:ext>
                  </a:extLst>
                </p14:cNvPr>
                <p14:cNvContentPartPr/>
                <p14:nvPr/>
              </p14:nvContentPartPr>
              <p14:xfrm>
                <a:off x="7543530" y="5975130"/>
                <a:ext cx="173160" cy="12672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F7634CF6-29D3-303A-D0FB-5526B04F311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534890" y="5966490"/>
                  <a:ext cx="190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64AC47D6-771A-B29C-2D89-230DD2B3FDE9}"/>
                    </a:ext>
                  </a:extLst>
                </p14:cNvPr>
                <p14:cNvContentPartPr/>
                <p14:nvPr/>
              </p14:nvContentPartPr>
              <p14:xfrm>
                <a:off x="7689690" y="6083130"/>
                <a:ext cx="25920" cy="5148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64AC47D6-771A-B29C-2D89-230DD2B3FDE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80690" y="6074490"/>
                  <a:ext cx="4356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3DFF7FDE-8C47-98F9-BFBF-C541EDFDD00A}"/>
                  </a:ext>
                </a:extLst>
              </p14:cNvPr>
              <p14:cNvContentPartPr/>
              <p14:nvPr/>
            </p14:nvContentPartPr>
            <p14:xfrm>
              <a:off x="8325810" y="5909970"/>
              <a:ext cx="51480" cy="5940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3DFF7FDE-8C47-98F9-BFBF-C541EDFDD00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316810" y="5900970"/>
                <a:ext cx="69120" cy="7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그룹 52">
            <a:extLst>
              <a:ext uri="{FF2B5EF4-FFF2-40B4-BE49-F238E27FC236}">
                <a16:creationId xmlns:a16="http://schemas.microsoft.com/office/drawing/2014/main" id="{14FC46A7-BB6B-1C59-E93B-9121C8DDC979}"/>
              </a:ext>
            </a:extLst>
          </p:cNvPr>
          <p:cNvGrpSpPr/>
          <p:nvPr/>
        </p:nvGrpSpPr>
        <p:grpSpPr>
          <a:xfrm>
            <a:off x="8356410" y="5904570"/>
            <a:ext cx="527400" cy="431280"/>
            <a:chOff x="8356410" y="5904570"/>
            <a:chExt cx="52740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0E8486D2-2BC1-155C-6EFC-933636A9C7C9}"/>
                    </a:ext>
                  </a:extLst>
                </p14:cNvPr>
                <p14:cNvContentPartPr/>
                <p14:nvPr/>
              </p14:nvContentPartPr>
              <p14:xfrm>
                <a:off x="8374410" y="5930850"/>
                <a:ext cx="1440" cy="36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0E8486D2-2BC1-155C-6EFC-933636A9C7C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65770" y="5921850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AFD39364-A296-1E56-81FC-0A914A8C3D92}"/>
                    </a:ext>
                  </a:extLst>
                </p14:cNvPr>
                <p14:cNvContentPartPr/>
                <p14:nvPr/>
              </p14:nvContentPartPr>
              <p14:xfrm>
                <a:off x="8356410" y="5930850"/>
                <a:ext cx="360" cy="36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AFD39364-A296-1E56-81FC-0A914A8C3D9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47410" y="59218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4A2C4AEB-8EC3-5D69-F149-82F0808D08A3}"/>
                    </a:ext>
                  </a:extLst>
                </p14:cNvPr>
                <p14:cNvContentPartPr/>
                <p14:nvPr/>
              </p14:nvContentPartPr>
              <p14:xfrm>
                <a:off x="8356410" y="5930850"/>
                <a:ext cx="360" cy="36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4A2C4AEB-8EC3-5D69-F149-82F0808D08A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47410" y="59218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26B30031-2CA9-C769-FAFC-62CDEC6397FF}"/>
                    </a:ext>
                  </a:extLst>
                </p14:cNvPr>
                <p14:cNvContentPartPr/>
                <p14:nvPr/>
              </p14:nvContentPartPr>
              <p14:xfrm>
                <a:off x="8388090" y="5904570"/>
                <a:ext cx="486000" cy="41004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26B30031-2CA9-C769-FAFC-62CDEC6397F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379450" y="5895930"/>
                  <a:ext cx="5036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4D72D42C-434A-9D0E-BDF7-D6839B859966}"/>
                    </a:ext>
                  </a:extLst>
                </p14:cNvPr>
                <p14:cNvContentPartPr/>
                <p14:nvPr/>
              </p14:nvContentPartPr>
              <p14:xfrm>
                <a:off x="8871210" y="6222810"/>
                <a:ext cx="12600" cy="10188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4D72D42C-434A-9D0E-BDF7-D6839B85996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62210" y="6214170"/>
                  <a:ext cx="30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30A30D57-B2E1-AF27-380E-C0A12E08C612}"/>
                    </a:ext>
                  </a:extLst>
                </p14:cNvPr>
                <p14:cNvContentPartPr/>
                <p14:nvPr/>
              </p14:nvContentPartPr>
              <p14:xfrm>
                <a:off x="8781210" y="6317850"/>
                <a:ext cx="102600" cy="1800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30A30D57-B2E1-AF27-380E-C0A12E08C61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72210" y="6309210"/>
                  <a:ext cx="120240" cy="35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43481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00996-4EEE-52C1-E55B-256A7016A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또 문제점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1E8060-BA7F-B725-0DC8-D0FC1194C1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873" y="989463"/>
            <a:ext cx="8107082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길이 없는 곳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-&gt;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데이터는</a:t>
            </a:r>
            <a:r>
              <a:rPr kumimoji="0" lang="en-US" altLang="ko-KR" sz="1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아주 좁은 영역(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매니폴드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)에만 </a:t>
            </a:r>
            <a:r>
              <a:rPr kumimoji="0" lang="ko-KR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모여있음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. 그 밖의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텅 빈 공간에서는 화살표가 정의되지 않아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모델이 길을 잃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게 됨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데이터 부족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-&gt;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데이터가 거의 없는 지역은 학습할 샘플이 부족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해서 화살표가 엉뚱한 곳을 가리키는 경우가 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많음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.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400" dirty="0">
                <a:solidFill>
                  <a:srgbClr val="FF0000"/>
                </a:solidFill>
              </a:rPr>
              <a:t>비중 무시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/>
              <a:t>-&gt;</a:t>
            </a:r>
            <a:r>
              <a:rPr lang="ko-KR" altLang="en-US" sz="1400" dirty="0"/>
              <a:t>강아지가 </a:t>
            </a:r>
            <a:r>
              <a:rPr lang="en-US" altLang="ko-KR" sz="1400" dirty="0"/>
              <a:t>100</a:t>
            </a:r>
            <a:r>
              <a:rPr lang="ko-KR" altLang="en-US" sz="1400" dirty="0"/>
              <a:t>마리</a:t>
            </a:r>
            <a:r>
              <a:rPr lang="en-US" altLang="ko-KR" sz="1400" dirty="0"/>
              <a:t>, </a:t>
            </a:r>
            <a:r>
              <a:rPr lang="ko-KR" altLang="en-US" sz="1400" dirty="0"/>
              <a:t>고양이가 </a:t>
            </a:r>
            <a:r>
              <a:rPr lang="en-US" altLang="ko-KR" sz="1400" dirty="0"/>
              <a:t>1</a:t>
            </a:r>
            <a:r>
              <a:rPr lang="ko-KR" altLang="en-US" sz="1400" dirty="0"/>
              <a:t>마리 있는 세상이라도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스코어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기울기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는 오직 </a:t>
            </a:r>
            <a:r>
              <a:rPr lang="en-US" altLang="ko-KR" sz="1400" dirty="0">
                <a:solidFill>
                  <a:srgbClr val="FF0000"/>
                </a:solidFill>
              </a:rPr>
              <a:t>'</a:t>
            </a:r>
            <a:r>
              <a:rPr lang="ko-KR" altLang="en-US" sz="1400" dirty="0">
                <a:solidFill>
                  <a:srgbClr val="FF0000"/>
                </a:solidFill>
              </a:rPr>
              <a:t>방향</a:t>
            </a:r>
            <a:r>
              <a:rPr lang="en-US" altLang="ko-KR" sz="1400" dirty="0">
                <a:solidFill>
                  <a:srgbClr val="FF0000"/>
                </a:solidFill>
              </a:rPr>
              <a:t>'</a:t>
            </a:r>
            <a:r>
              <a:rPr lang="ko-KR" altLang="en-US" sz="1400" dirty="0">
                <a:solidFill>
                  <a:srgbClr val="FF0000"/>
                </a:solidFill>
              </a:rPr>
              <a:t>만 알려줄 뿐</a:t>
            </a:r>
            <a:r>
              <a:rPr lang="en-US" altLang="ko-KR" sz="1400" dirty="0">
                <a:solidFill>
                  <a:srgbClr val="FF0000"/>
                </a:solidFill>
              </a:rPr>
              <a:t>..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어느 쪽이 더 숫자가 많은지는 알려주지 못함</a:t>
            </a:r>
            <a:r>
              <a:rPr lang="en-US" altLang="ko-KR" sz="1400" dirty="0"/>
              <a:t>.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/>
              <a:t> ----&gt;</a:t>
            </a:r>
            <a:r>
              <a:rPr lang="ko-KR" altLang="en-US" sz="1400" dirty="0"/>
              <a:t>결과물에서 고양이만 잔뜩 나올 수도 있는 </a:t>
            </a:r>
            <a:r>
              <a:rPr lang="ko-KR" altLang="en-US" sz="1400" dirty="0">
                <a:solidFill>
                  <a:srgbClr val="FF0000"/>
                </a:solidFill>
              </a:rPr>
              <a:t>심각한 비중 불균형 문제가 발생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5584D6-0B3A-6F52-5B0E-368BF0028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915" y="231460"/>
            <a:ext cx="3898085" cy="25221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71371D6F-E4D0-9966-8D91-D79FEFCE71DB}"/>
                  </a:ext>
                </a:extLst>
              </p14:cNvPr>
              <p14:cNvContentPartPr/>
              <p14:nvPr/>
            </p14:nvContentPartPr>
            <p14:xfrm>
              <a:off x="11645730" y="2412930"/>
              <a:ext cx="360" cy="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71371D6F-E4D0-9966-8D91-D79FEFCE71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83090" y="234993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095ADEBF-D8A5-126D-95B7-B1BB0D941E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15" y="3992812"/>
            <a:ext cx="10355170" cy="28469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977000F3-21C0-E027-E339-84FDF804121A}"/>
                  </a:ext>
                </a:extLst>
              </p14:cNvPr>
              <p14:cNvContentPartPr/>
              <p14:nvPr/>
            </p14:nvContentPartPr>
            <p14:xfrm>
              <a:off x="3100002" y="4301100"/>
              <a:ext cx="983880" cy="87768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977000F3-21C0-E027-E339-84FDF80412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91002" y="4292460"/>
                <a:ext cx="1001520" cy="89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D3A5A813-2CAD-2D1E-9E7F-1AC86F18D0C0}"/>
                  </a:ext>
                </a:extLst>
              </p14:cNvPr>
              <p14:cNvContentPartPr/>
              <p14:nvPr/>
            </p14:nvContentPartPr>
            <p14:xfrm>
              <a:off x="1357962" y="5956380"/>
              <a:ext cx="622800" cy="9237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D3A5A813-2CAD-2D1E-9E7F-1AC86F18D0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8962" y="5947380"/>
                <a:ext cx="640440" cy="9414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13AE105-EA5B-A171-BED0-69392A20980A}"/>
              </a:ext>
            </a:extLst>
          </p:cNvPr>
          <p:cNvSpPr txBox="1"/>
          <p:nvPr/>
        </p:nvSpPr>
        <p:spPr>
          <a:xfrm>
            <a:off x="1752600" y="5547597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여기는 화살표가 없는데</a:t>
            </a:r>
            <a:r>
              <a:rPr lang="en-US" altLang="ko-KR" sz="1200" dirty="0">
                <a:solidFill>
                  <a:srgbClr val="FF0000"/>
                </a:solidFill>
              </a:rPr>
              <a:t>,,,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어떻게 해야 해</a:t>
            </a:r>
            <a:r>
              <a:rPr lang="en-US" altLang="ko-KR" sz="1200" dirty="0">
                <a:solidFill>
                  <a:srgbClr val="FF0000"/>
                </a:solidFill>
              </a:rPr>
              <a:t>?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279F61D-63A3-2A8B-D68B-1D0D87560B02}"/>
              </a:ext>
            </a:extLst>
          </p:cNvPr>
          <p:cNvGrpSpPr/>
          <p:nvPr/>
        </p:nvGrpSpPr>
        <p:grpSpPr>
          <a:xfrm>
            <a:off x="11423610" y="1960740"/>
            <a:ext cx="146880" cy="331920"/>
            <a:chOff x="11423610" y="1960740"/>
            <a:chExt cx="14688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64346641-6B35-AC6B-20D4-EA794228B3C1}"/>
                    </a:ext>
                  </a:extLst>
                </p14:cNvPr>
                <p14:cNvContentPartPr/>
                <p14:nvPr/>
              </p14:nvContentPartPr>
              <p14:xfrm>
                <a:off x="11423610" y="1960740"/>
                <a:ext cx="122040" cy="2491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64346641-6B35-AC6B-20D4-EA794228B3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14610" y="1952100"/>
                  <a:ext cx="1396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2B3E509-D62E-87FE-56CE-794E343D17DF}"/>
                    </a:ext>
                  </a:extLst>
                </p14:cNvPr>
                <p14:cNvContentPartPr/>
                <p14:nvPr/>
              </p14:nvContentPartPr>
              <p14:xfrm>
                <a:off x="11536290" y="2218140"/>
                <a:ext cx="34200" cy="745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2B3E509-D62E-87FE-56CE-794E343D17D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27650" y="2209140"/>
                  <a:ext cx="51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C802FD7-6BB3-9752-50B5-0208B8D052BC}"/>
                    </a:ext>
                  </a:extLst>
                </p14:cNvPr>
                <p14:cNvContentPartPr/>
                <p14:nvPr/>
              </p14:nvContentPartPr>
              <p14:xfrm>
                <a:off x="11569410" y="2292300"/>
                <a:ext cx="360" cy="3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C802FD7-6BB3-9752-50B5-0208B8D052B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60770" y="22833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C67D21E0-CE8F-10A0-3EB3-3DA008919610}"/>
                    </a:ext>
                  </a:extLst>
                </p14:cNvPr>
                <p14:cNvContentPartPr/>
                <p14:nvPr/>
              </p14:nvContentPartPr>
              <p14:xfrm>
                <a:off x="11569410" y="2273220"/>
                <a:ext cx="360" cy="3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C67D21E0-CE8F-10A0-3EB3-3DA0089196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60770" y="2264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1D9863B-80B1-AD43-623F-96460585D3EF}"/>
                    </a:ext>
                  </a:extLst>
                </p14:cNvPr>
                <p14:cNvContentPartPr/>
                <p14:nvPr/>
              </p14:nvContentPartPr>
              <p14:xfrm>
                <a:off x="11531250" y="2273220"/>
                <a:ext cx="360" cy="3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1D9863B-80B1-AD43-623F-96460585D3E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22610" y="22642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81F264DE-A56E-6B76-7D50-FCABAFA6C424}"/>
                  </a:ext>
                </a:extLst>
              </p14:cNvPr>
              <p14:cNvContentPartPr/>
              <p14:nvPr/>
            </p14:nvContentPartPr>
            <p14:xfrm>
              <a:off x="10147410" y="1708020"/>
              <a:ext cx="360" cy="36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81F264DE-A56E-6B76-7D50-FCABAFA6C42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11410" y="1672020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그룹 25">
            <a:extLst>
              <a:ext uri="{FF2B5EF4-FFF2-40B4-BE49-F238E27FC236}">
                <a16:creationId xmlns:a16="http://schemas.microsoft.com/office/drawing/2014/main" id="{B95C5C49-330D-0FD6-FE4B-4FAEC8E523A4}"/>
              </a:ext>
            </a:extLst>
          </p:cNvPr>
          <p:cNvGrpSpPr/>
          <p:nvPr/>
        </p:nvGrpSpPr>
        <p:grpSpPr>
          <a:xfrm>
            <a:off x="10203570" y="1453860"/>
            <a:ext cx="198000" cy="177480"/>
            <a:chOff x="10203570" y="1453860"/>
            <a:chExt cx="198000" cy="17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DA7036FA-6A90-F36A-BE90-C6C98D31A256}"/>
                    </a:ext>
                  </a:extLst>
                </p14:cNvPr>
                <p14:cNvContentPartPr/>
                <p14:nvPr/>
              </p14:nvContentPartPr>
              <p14:xfrm>
                <a:off x="10203570" y="1481580"/>
                <a:ext cx="66600" cy="1332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DA7036FA-6A90-F36A-BE90-C6C98D31A2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97450" y="1475460"/>
                  <a:ext cx="78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40D03433-5787-21D3-5B0D-991616D4E7D0}"/>
                    </a:ext>
                  </a:extLst>
                </p14:cNvPr>
                <p14:cNvContentPartPr/>
                <p14:nvPr/>
              </p14:nvContentPartPr>
              <p14:xfrm>
                <a:off x="10305810" y="1453860"/>
                <a:ext cx="360" cy="1774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0D03433-5787-21D3-5B0D-991616D4E7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99690" y="1447740"/>
                  <a:ext cx="12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462D86A-12FB-80C9-A262-36A3384ABABE}"/>
                    </a:ext>
                  </a:extLst>
                </p14:cNvPr>
                <p14:cNvContentPartPr/>
                <p14:nvPr/>
              </p14:nvContentPartPr>
              <p14:xfrm>
                <a:off x="10320570" y="1481580"/>
                <a:ext cx="81000" cy="1443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462D86A-12FB-80C9-A262-36A3384ABAB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14450" y="1475460"/>
                  <a:ext cx="93240" cy="156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21111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D5DA2-6E67-D8E6-DE0B-EEEDBBEB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그러면 해결책은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44F216-96EF-A061-987B-10BBCE3BB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4200" y="996595"/>
            <a:ext cx="10219464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모든 문제(길 잃음, 비중 문제)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해결하기 위해 등장한 아이디어가 바로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"노이즈를 여러 단계로 나누어 섞기“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노이즈를 아주 크게 섞으면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공간 전체가 데이터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노이즈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로 덮여서 화살표를 어디서든 그릴 수 있게 되고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노이즈를 단계별로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줄여나가면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정확한 비중까지 맞출 수 있게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됨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ko-KR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이것이 바로 다음 시간에 배울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생성형 모델의 정점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확산 모델(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Diffusion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AE45E9-FCD7-B886-59FA-677B069ED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50" y="3335697"/>
            <a:ext cx="9844814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4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907</Words>
  <Application>Microsoft Office PowerPoint</Application>
  <PresentationFormat>와이드스크린</PresentationFormat>
  <Paragraphs>140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Deep Generative Models Lecture 13</vt:lpstr>
      <vt:lpstr>생성 모델의 목표 (큰 그림은?)</vt:lpstr>
      <vt:lpstr>확률 밀도 모델의 장단점?</vt:lpstr>
      <vt:lpstr>샘플링 기반 방식(GAN)의 장단점?</vt:lpstr>
      <vt:lpstr>스코어 함수?</vt:lpstr>
      <vt:lpstr>미적분학 2 복습 </vt:lpstr>
      <vt:lpstr>미적분학 2 복습</vt:lpstr>
      <vt:lpstr>스코어 함수는 왜 도입했을까?</vt:lpstr>
      <vt:lpstr>스코어 기반 모델의 큰그림?</vt:lpstr>
      <vt:lpstr>스코어 기반 모델의 정의와 학습목표</vt:lpstr>
      <vt:lpstr>피셔 다이버전스의 문제?</vt:lpstr>
      <vt:lpstr>해결책 1 – Denoising Score Matching</vt:lpstr>
      <vt:lpstr>해결책 2 - Sliced Score Matching</vt:lpstr>
      <vt:lpstr>랑주뱅 역학 – 샘플링 기법</vt:lpstr>
      <vt:lpstr>또 문제점?</vt:lpstr>
      <vt:lpstr>그러면 해결책은?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26</cp:revision>
  <dcterms:created xsi:type="dcterms:W3CDTF">2026-03-14T12:41:06Z</dcterms:created>
  <dcterms:modified xsi:type="dcterms:W3CDTF">2026-03-15T12:37:37Z</dcterms:modified>
</cp:coreProperties>
</file>